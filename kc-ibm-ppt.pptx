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9880" y="457200"/>
            <a:ext cx="3931560" cy="1599480"/>
          </a:xfrm>
          <a:prstGeom prst="rect">
            <a:avLst/>
          </a:prstGeom>
          <a:noFill/>
          <a:ln w="0">
            <a:noFill/>
          </a:ln>
        </p:spPr>
        <p:txBody>
          <a:bodyPr lIns="91440" rIns="91440" tIns="45720" bIns="45720" anchor="b">
            <a:normAutofit/>
          </a:bodyPr>
          <a:p>
            <a:pPr indent="0">
              <a:lnSpc>
                <a:spcPct val="100000"/>
              </a:lnSpc>
              <a:buNone/>
              <a:tabLst>
                <a:tab algn="l" pos="0"/>
              </a:tabLst>
            </a:pPr>
            <a:r>
              <a:rPr lang="en-IN" sz="3200" b="0" u="none" strike="noStrike">
                <a:solidFill>
                  <a:srgbClr val="000000"/>
                </a:solidFill>
                <a:effectLst/>
                <a:uFillTx/>
                <a:latin typeface="Arial"/>
              </a:rPr>
              <a:t>Click to edit the title text format</a:t>
            </a:r>
            <a:endParaRPr lang="en-IN" sz="3200" b="0" u="none" strike="noStrike">
              <a:solidFill>
                <a:srgbClr val="000000"/>
              </a:solidFill>
              <a:effectLst/>
              <a:uFillTx/>
              <a:latin typeface="Arial"/>
            </a:endParaRPr>
          </a:p>
        </p:txBody>
      </p:sp>
      <p:sp>
        <p:nvSpPr>
          <p:cNvPr id="3" name="PlaceHolder 2"/>
          <p:cNvSpPr>
            <a:spLocks noGrp="1"/>
          </p:cNvSpPr>
          <p:nvPr>
            <p:ph type="body"/>
          </p:nvPr>
        </p:nvSpPr>
        <p:spPr>
          <a:xfrm>
            <a:off x="5183280" y="987480"/>
            <a:ext cx="6171480" cy="4872960"/>
          </a:xfrm>
          <a:prstGeom prst="rect">
            <a:avLst/>
          </a:prstGeom>
          <a:noFill/>
          <a:ln w="0">
            <a:noFill/>
          </a:ln>
        </p:spPr>
        <p:txBody>
          <a:bodyPr lIns="90000" rIns="90000" tIns="45000" bIns="45000" anchor="t">
            <a:normAutofit/>
          </a:bodyPr>
          <a:p>
            <a:pPr marL="432000" indent="-324000">
              <a:lnSpc>
                <a:spcPct val="100000"/>
              </a:lnSpc>
              <a:spcBef>
                <a:spcPts val="1417"/>
              </a:spcBef>
              <a:buClr>
                <a:srgbClr val="000000"/>
              </a:buClr>
              <a:buSzPct val="45000"/>
              <a:buFont typeface="Wingdings" charset="2"/>
              <a:buChar char=""/>
            </a:pPr>
            <a:r>
              <a:rPr lang="en-IN" sz="1800" b="0" u="none" strike="noStrike">
                <a:solidFill>
                  <a:srgbClr val="000000"/>
                </a:solidFill>
                <a:effectLst/>
                <a:uFillTx/>
                <a:latin typeface="Arial"/>
              </a:rPr>
              <a:t>Click to edit the outline text format</a:t>
            </a:r>
            <a:endParaRPr lang="en-IN"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IN" sz="1800" b="0" u="none" strike="noStrike">
                <a:solidFill>
                  <a:srgbClr val="000000"/>
                </a:solidFill>
                <a:effectLst/>
                <a:uFillTx/>
                <a:latin typeface="Arial"/>
              </a:rPr>
              <a:t>Second Outline Level</a:t>
            </a:r>
            <a:endParaRPr lang="en-IN"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IN" sz="1800" b="0" u="none" strike="noStrike">
                <a:solidFill>
                  <a:srgbClr val="000000"/>
                </a:solidFill>
                <a:effectLst/>
                <a:uFillTx/>
                <a:latin typeface="Arial"/>
              </a:rPr>
              <a:t>Third Outline Level</a:t>
            </a:r>
            <a:endParaRPr lang="en-IN"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IN" sz="1800" b="0" u="none" strike="noStrike">
                <a:solidFill>
                  <a:srgbClr val="000000"/>
                </a:solidFill>
                <a:effectLst/>
                <a:uFillTx/>
                <a:latin typeface="Arial"/>
              </a:rPr>
              <a:t>Fourth Outline Level</a:t>
            </a:r>
            <a:endParaRPr lang="en-IN"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IN" sz="1800" b="0" u="none" strike="noStrike">
                <a:solidFill>
                  <a:srgbClr val="000000"/>
                </a:solidFill>
                <a:effectLst/>
                <a:uFillTx/>
                <a:latin typeface="Arial"/>
              </a:rPr>
              <a:t>Fifth Outline Level</a:t>
            </a:r>
            <a:endParaRPr lang="en-IN"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IN" sz="1800" b="0" u="none" strike="noStrike">
                <a:solidFill>
                  <a:srgbClr val="000000"/>
                </a:solidFill>
                <a:effectLst/>
                <a:uFillTx/>
                <a:latin typeface="Arial"/>
              </a:rPr>
              <a:t>Sixth Outline Level</a:t>
            </a:r>
            <a:endParaRPr lang="en-IN"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IN" sz="1800" b="0" u="none" strike="noStrike">
                <a:solidFill>
                  <a:srgbClr val="000000"/>
                </a:solidFill>
                <a:effectLst/>
                <a:uFillTx/>
                <a:latin typeface="Arial"/>
              </a:rPr>
              <a:t>Seventh Outline Level</a:t>
            </a:r>
            <a:endParaRPr lang="en-IN" sz="1800" b="0" u="none" strike="noStrike">
              <a:solidFill>
                <a:srgbClr val="000000"/>
              </a:solidFill>
              <a:effectLst/>
              <a:uFillTx/>
              <a:latin typeface="Arial"/>
            </a:endParaRPr>
          </a:p>
        </p:txBody>
      </p:sp>
      <p:sp>
        <p:nvSpPr>
          <p:cNvPr id="4" name="PlaceHolder 3"/>
          <p:cNvSpPr>
            <a:spLocks noGrp="1"/>
          </p:cNvSpPr>
          <p:nvPr>
            <p:ph type="body"/>
          </p:nvPr>
        </p:nvSpPr>
        <p:spPr>
          <a:xfrm>
            <a:off x="839880" y="2057400"/>
            <a:ext cx="3931560" cy="3810960"/>
          </a:xfrm>
          <a:prstGeom prst="rect">
            <a:avLst/>
          </a:prstGeom>
          <a:noFill/>
          <a:ln w="0">
            <a:noFill/>
          </a:ln>
        </p:spPr>
        <p:txBody>
          <a:bodyPr lIns="91440" rIns="91440" tIns="45720" bIns="45720" anchor="t">
            <a:normAutofit/>
          </a:bodyPr>
          <a:p>
            <a:pPr marL="432000" indent="-324000">
              <a:lnSpc>
                <a:spcPct val="100000"/>
              </a:lnSpc>
              <a:spcBef>
                <a:spcPts val="1417"/>
              </a:spcBef>
              <a:buClr>
                <a:srgbClr val="000000"/>
              </a:buClr>
              <a:buSzPct val="45000"/>
              <a:buFont typeface="Wingdings" charset="2"/>
              <a:buChar char=""/>
            </a:pPr>
            <a:r>
              <a:rPr lang="en-IN" sz="1600" b="0" u="none" strike="noStrike">
                <a:solidFill>
                  <a:srgbClr val="000000"/>
                </a:solidFill>
                <a:effectLst/>
                <a:uFillTx/>
                <a:latin typeface="Arial"/>
              </a:rPr>
              <a:t>Click to edit the outline text format</a:t>
            </a:r>
            <a:endParaRPr lang="en-IN" sz="16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IN" sz="1600" b="0" u="none" strike="noStrike">
                <a:solidFill>
                  <a:srgbClr val="000000"/>
                </a:solidFill>
                <a:effectLst/>
                <a:uFillTx/>
                <a:latin typeface="Arial"/>
              </a:rPr>
              <a:t>Second Outline Level</a:t>
            </a:r>
            <a:endParaRPr lang="en-IN" sz="16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IN" sz="1600" b="0" u="none" strike="noStrike">
                <a:solidFill>
                  <a:srgbClr val="000000"/>
                </a:solidFill>
                <a:effectLst/>
                <a:uFillTx/>
                <a:latin typeface="Arial"/>
              </a:rPr>
              <a:t>Third Outline Level</a:t>
            </a:r>
            <a:endParaRPr lang="en-IN" sz="16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IN" sz="1600" b="0" u="none" strike="noStrike">
                <a:solidFill>
                  <a:srgbClr val="000000"/>
                </a:solidFill>
                <a:effectLst/>
                <a:uFillTx/>
                <a:latin typeface="Arial"/>
              </a:rPr>
              <a:t>Fourth Outline Level</a:t>
            </a:r>
            <a:endParaRPr lang="en-IN" sz="16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IN" sz="1600" b="0" u="none" strike="noStrike">
                <a:solidFill>
                  <a:srgbClr val="000000"/>
                </a:solidFill>
                <a:effectLst/>
                <a:uFillTx/>
                <a:latin typeface="Arial"/>
              </a:rPr>
              <a:t>Fifth Outline Level</a:t>
            </a:r>
            <a:endParaRPr lang="en-IN" sz="16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IN" sz="1600" b="0" u="none" strike="noStrike">
                <a:solidFill>
                  <a:srgbClr val="000000"/>
                </a:solidFill>
                <a:effectLst/>
                <a:uFillTx/>
                <a:latin typeface="Arial"/>
              </a:rPr>
              <a:t>Sixth Outline Level</a:t>
            </a:r>
            <a:endParaRPr lang="en-IN" sz="16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IN" sz="1600" b="0" u="none" strike="noStrike">
                <a:solidFill>
                  <a:srgbClr val="000000"/>
                </a:solidFill>
                <a:effectLst/>
                <a:uFillTx/>
                <a:latin typeface="Arial"/>
              </a:rPr>
              <a:t>Seventh Outline Level</a:t>
            </a:r>
            <a:endParaRPr lang="en-IN" sz="1600" b="0" u="none" strike="noStrike">
              <a:solidFill>
                <a:srgbClr val="000000"/>
              </a:solidFill>
              <a:effectLst/>
              <a:uFillTx/>
              <a:latin typeface="Arial"/>
            </a:endParaRPr>
          </a:p>
        </p:txBody>
      </p:sp>
      <p:sp>
        <p:nvSpPr>
          <p:cNvPr id="5" name="PlaceHolder 4"/>
          <p:cNvSpPr>
            <a:spLocks noGrp="1"/>
          </p:cNvSpPr>
          <p:nvPr>
            <p:ph type="dt" idx="1"/>
          </p:nvPr>
        </p:nvSpPr>
        <p:spPr>
          <a:xfrm>
            <a:off x="838080" y="6356520"/>
            <a:ext cx="2742480" cy="364320"/>
          </a:xfrm>
          <a:prstGeom prst="rect">
            <a:avLst/>
          </a:prstGeom>
          <a:noFill/>
          <a:ln w="0">
            <a:noFill/>
          </a:ln>
        </p:spPr>
        <p:txBody>
          <a:bodyPr lIns="91440" rIns="91440" tIns="45720" bIns="45720" anchor="ctr">
            <a:noAutofit/>
          </a:bodyPr>
          <a:lstStyle>
            <a:lvl1pPr indent="0">
              <a:lnSpc>
                <a:spcPct val="100000"/>
              </a:lnSpc>
              <a:buNone/>
              <a:tabLst>
                <a:tab algn="l" pos="0"/>
              </a:tabLst>
              <a:defRPr lang="en-IN" sz="1400" b="0" u="none" strike="noStrike">
                <a:solidFill>
                  <a:srgbClr val="000000"/>
                </a:solidFill>
                <a:effectLst/>
                <a:uFillTx/>
                <a:latin typeface="Times New Roman"/>
              </a:defRPr>
            </a:lvl1pPr>
          </a:lstStyle>
          <a:p>
            <a:pPr indent="0">
              <a:lnSpc>
                <a:spcPct val="100000"/>
              </a:lnSpc>
              <a:buNone/>
              <a:tabLst>
                <a:tab algn="l" pos="0"/>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6" name="PlaceHolder 5"/>
          <p:cNvSpPr>
            <a:spLocks noGrp="1"/>
          </p:cNvSpPr>
          <p:nvPr>
            <p:ph type="ftr" idx="2"/>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7" name="PlaceHolder 6"/>
          <p:cNvSpPr>
            <a:spLocks noGrp="1"/>
          </p:cNvSpPr>
          <p:nvPr>
            <p:ph type="sldNum" idx="3"/>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lang="en-US" sz="1200" b="0" u="none" strike="noStrike">
                <a:solidFill>
                  <a:srgbClr val="888888"/>
                </a:solidFill>
                <a:effectLst/>
                <a:uFillTx/>
                <a:latin typeface="Calibri"/>
                <a:ea typeface="Calibri"/>
              </a:defRPr>
            </a:lvl1pPr>
          </a:lstStyle>
          <a:p>
            <a:pPr indent="0" algn="r">
              <a:lnSpc>
                <a:spcPct val="100000"/>
              </a:lnSpc>
              <a:buNone/>
              <a:tabLst>
                <a:tab algn="l" pos="0"/>
              </a:tabLst>
            </a:pPr>
            <a:fld id="{235CE6EF-E02A-45DB-A7FA-8701CFA7D36D}"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bg>
      <p:bgPr>
        <a:solidFill>
          <a:schemeClr val="lt1"/>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rmAutofit/>
          </a:bodyPr>
          <a:p>
            <a:pPr indent="0">
              <a:lnSpc>
                <a:spcPct val="100000"/>
              </a:lnSpc>
              <a:buNone/>
              <a:tabLst>
                <a:tab algn="l" pos="0"/>
              </a:tabLst>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9" name="PlaceHolder 2"/>
          <p:cNvSpPr>
            <a:spLocks noGrp="1"/>
          </p:cNvSpPr>
          <p:nvPr>
            <p:ph type="body"/>
          </p:nvPr>
        </p:nvSpPr>
        <p:spPr>
          <a:xfrm rot="5400000">
            <a:off x="3920760" y="-1256040"/>
            <a:ext cx="4350600" cy="10514880"/>
          </a:xfrm>
          <a:prstGeom prst="rect">
            <a:avLst/>
          </a:prstGeom>
          <a:noFill/>
          <a:ln w="0">
            <a:noFill/>
          </a:ln>
        </p:spPr>
        <p:txBody>
          <a:bodyPr lIns="91440" rIns="91440" tIns="45720" bIns="45720" anchor="t">
            <a:normAutofit/>
          </a:bodyPr>
          <a:p>
            <a:pPr marL="432000" indent="-324000">
              <a:lnSpc>
                <a:spcPct val="100000"/>
              </a:lnSpc>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10" name="PlaceHolder 3"/>
          <p:cNvSpPr>
            <a:spLocks noGrp="1"/>
          </p:cNvSpPr>
          <p:nvPr>
            <p:ph type="dt" idx="4"/>
          </p:nvPr>
        </p:nvSpPr>
        <p:spPr>
          <a:xfrm>
            <a:off x="838080" y="6356520"/>
            <a:ext cx="2742480" cy="364320"/>
          </a:xfrm>
          <a:prstGeom prst="rect">
            <a:avLst/>
          </a:prstGeom>
          <a:noFill/>
          <a:ln w="0">
            <a:noFill/>
          </a:ln>
        </p:spPr>
        <p:txBody>
          <a:bodyPr lIns="91440" rIns="91440" tIns="45720" bIns="45720" anchor="ctr">
            <a:noAutofit/>
          </a:bodyPr>
          <a:lstStyle>
            <a:lvl1pPr indent="0">
              <a:lnSpc>
                <a:spcPct val="100000"/>
              </a:lnSpc>
              <a:buNone/>
              <a:tabLst>
                <a:tab algn="l" pos="0"/>
              </a:tabLst>
              <a:defRPr lang="en-IN" sz="1400" b="0" u="none" strike="noStrike">
                <a:solidFill>
                  <a:srgbClr val="000000"/>
                </a:solidFill>
                <a:effectLst/>
                <a:uFillTx/>
                <a:latin typeface="Times New Roman"/>
              </a:defRPr>
            </a:lvl1pPr>
          </a:lstStyle>
          <a:p>
            <a:pPr indent="0">
              <a:lnSpc>
                <a:spcPct val="100000"/>
              </a:lnSpc>
              <a:buNone/>
              <a:tabLst>
                <a:tab algn="l" pos="0"/>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1" name="PlaceHolder 4"/>
          <p:cNvSpPr>
            <a:spLocks noGrp="1"/>
          </p:cNvSpPr>
          <p:nvPr>
            <p:ph type="ftr" idx="5"/>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2" name="PlaceHolder 5"/>
          <p:cNvSpPr>
            <a:spLocks noGrp="1"/>
          </p:cNvSpPr>
          <p:nvPr>
            <p:ph type="sldNum" idx="6"/>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lang="en-US" sz="1200" b="0" u="none" strike="noStrike">
                <a:solidFill>
                  <a:srgbClr val="888888"/>
                </a:solidFill>
                <a:effectLst/>
                <a:uFillTx/>
                <a:latin typeface="Calibri"/>
                <a:ea typeface="Calibri"/>
              </a:defRPr>
            </a:lvl1pPr>
          </a:lstStyle>
          <a:p>
            <a:pPr indent="0" algn="r">
              <a:lnSpc>
                <a:spcPct val="100000"/>
              </a:lnSpc>
              <a:buNone/>
              <a:tabLst>
                <a:tab algn="l" pos="0"/>
              </a:tabLst>
            </a:pPr>
            <a:fld id="{AB972CDD-BA37-4C38-95FD-8473560A12D7}"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bg>
      <p:bgPr>
        <a:solidFill>
          <a:schemeClr val="lt1"/>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rmAutofit/>
          </a:bodyPr>
          <a:p>
            <a:pPr indent="0">
              <a:lnSpc>
                <a:spcPct val="100000"/>
              </a:lnSpc>
              <a:buNone/>
              <a:tabLst>
                <a:tab algn="l" pos="0"/>
              </a:tabLst>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14" name="PlaceHolder 2"/>
          <p:cNvSpPr>
            <a:spLocks noGrp="1"/>
          </p:cNvSpPr>
          <p:nvPr>
            <p:ph type="body"/>
          </p:nvPr>
        </p:nvSpPr>
        <p:spPr>
          <a:xfrm>
            <a:off x="838080" y="1825560"/>
            <a:ext cx="10514880" cy="4350600"/>
          </a:xfrm>
          <a:prstGeom prst="rect">
            <a:avLst/>
          </a:prstGeom>
          <a:noFill/>
          <a:ln w="0">
            <a:noFill/>
          </a:ln>
        </p:spPr>
        <p:txBody>
          <a:bodyPr lIns="91440" rIns="91440" tIns="45720" bIns="45720" anchor="t">
            <a:normAutofit/>
          </a:bodyPr>
          <a:p>
            <a:pPr marL="432000" indent="-324000">
              <a:lnSpc>
                <a:spcPct val="100000"/>
              </a:lnSpc>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15" name="PlaceHolder 3"/>
          <p:cNvSpPr>
            <a:spLocks noGrp="1"/>
          </p:cNvSpPr>
          <p:nvPr>
            <p:ph type="dt" idx="7"/>
          </p:nvPr>
        </p:nvSpPr>
        <p:spPr>
          <a:xfrm>
            <a:off x="838080" y="6356520"/>
            <a:ext cx="2742480" cy="364320"/>
          </a:xfrm>
          <a:prstGeom prst="rect">
            <a:avLst/>
          </a:prstGeom>
          <a:noFill/>
          <a:ln w="0">
            <a:noFill/>
          </a:ln>
        </p:spPr>
        <p:txBody>
          <a:bodyPr lIns="91440" rIns="91440" tIns="45720" bIns="45720" anchor="ctr">
            <a:noAutofit/>
          </a:bodyPr>
          <a:lstStyle>
            <a:lvl1pPr indent="0">
              <a:lnSpc>
                <a:spcPct val="100000"/>
              </a:lnSpc>
              <a:buNone/>
              <a:tabLst>
                <a:tab algn="l" pos="0"/>
              </a:tabLst>
              <a:defRPr lang="en-IN" sz="1400" b="0" u="none" strike="noStrike">
                <a:solidFill>
                  <a:srgbClr val="000000"/>
                </a:solidFill>
                <a:effectLst/>
                <a:uFillTx/>
                <a:latin typeface="Times New Roman"/>
              </a:defRPr>
            </a:lvl1pPr>
          </a:lstStyle>
          <a:p>
            <a:pPr indent="0">
              <a:lnSpc>
                <a:spcPct val="100000"/>
              </a:lnSpc>
              <a:buNone/>
              <a:tabLst>
                <a:tab algn="l" pos="0"/>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16" name="PlaceHolder 4"/>
          <p:cNvSpPr>
            <a:spLocks noGrp="1"/>
          </p:cNvSpPr>
          <p:nvPr>
            <p:ph type="ftr" idx="8"/>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17" name="PlaceHolder 5"/>
          <p:cNvSpPr>
            <a:spLocks noGrp="1"/>
          </p:cNvSpPr>
          <p:nvPr>
            <p:ph type="sldNum" idx="9"/>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lang="en-US" sz="1200" b="0" u="none" strike="noStrike">
                <a:solidFill>
                  <a:srgbClr val="888888"/>
                </a:solidFill>
                <a:effectLst/>
                <a:uFillTx/>
                <a:latin typeface="Calibri"/>
                <a:ea typeface="Calibri"/>
              </a:defRPr>
            </a:lvl1pPr>
          </a:lstStyle>
          <a:p>
            <a:pPr indent="0" algn="r">
              <a:lnSpc>
                <a:spcPct val="100000"/>
              </a:lnSpc>
              <a:buNone/>
              <a:tabLst>
                <a:tab algn="l" pos="0"/>
              </a:tabLst>
            </a:pPr>
            <a:fld id="{0B5E9DB6-B6B3-452C-96E1-249DF73C13C1}"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bg>
      <p:bgPr>
        <a:solidFill>
          <a:schemeClr val="lt1"/>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rot="5400000">
            <a:off x="7133760" y="1956240"/>
            <a:ext cx="5811120" cy="2628360"/>
          </a:xfrm>
          <a:prstGeom prst="rect">
            <a:avLst/>
          </a:prstGeom>
          <a:noFill/>
          <a:ln w="0">
            <a:noFill/>
          </a:ln>
        </p:spPr>
        <p:txBody>
          <a:bodyPr lIns="91440" rIns="91440" tIns="45720" bIns="45720" anchor="ctr">
            <a:normAutofit/>
          </a:bodyPr>
          <a:p>
            <a:pPr indent="0">
              <a:lnSpc>
                <a:spcPct val="100000"/>
              </a:lnSpc>
              <a:buNone/>
              <a:tabLst>
                <a:tab algn="l" pos="0"/>
              </a:tabLst>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19" name="PlaceHolder 2"/>
          <p:cNvSpPr>
            <a:spLocks noGrp="1"/>
          </p:cNvSpPr>
          <p:nvPr>
            <p:ph type="body"/>
          </p:nvPr>
        </p:nvSpPr>
        <p:spPr>
          <a:xfrm rot="5400000">
            <a:off x="1800360" y="-596160"/>
            <a:ext cx="5811120" cy="7733520"/>
          </a:xfrm>
          <a:prstGeom prst="rect">
            <a:avLst/>
          </a:prstGeom>
          <a:noFill/>
          <a:ln w="0">
            <a:noFill/>
          </a:ln>
        </p:spPr>
        <p:txBody>
          <a:bodyPr lIns="91440" rIns="91440" tIns="45720" bIns="45720" anchor="t">
            <a:normAutofit/>
          </a:bodyPr>
          <a:p>
            <a:pPr marL="432000" indent="-324000">
              <a:lnSpc>
                <a:spcPct val="100000"/>
              </a:lnSpc>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20" name="PlaceHolder 3"/>
          <p:cNvSpPr>
            <a:spLocks noGrp="1"/>
          </p:cNvSpPr>
          <p:nvPr>
            <p:ph type="dt" idx="10"/>
          </p:nvPr>
        </p:nvSpPr>
        <p:spPr>
          <a:xfrm>
            <a:off x="838080" y="6356520"/>
            <a:ext cx="2742480" cy="364320"/>
          </a:xfrm>
          <a:prstGeom prst="rect">
            <a:avLst/>
          </a:prstGeom>
          <a:noFill/>
          <a:ln w="0">
            <a:noFill/>
          </a:ln>
        </p:spPr>
        <p:txBody>
          <a:bodyPr lIns="91440" rIns="91440" tIns="45720" bIns="45720" anchor="ctr">
            <a:noAutofit/>
          </a:bodyPr>
          <a:lstStyle>
            <a:lvl1pPr indent="0">
              <a:lnSpc>
                <a:spcPct val="100000"/>
              </a:lnSpc>
              <a:buNone/>
              <a:tabLst>
                <a:tab algn="l" pos="0"/>
              </a:tabLst>
              <a:defRPr lang="en-IN" sz="1400" b="0" u="none" strike="noStrike">
                <a:solidFill>
                  <a:srgbClr val="000000"/>
                </a:solidFill>
                <a:effectLst/>
                <a:uFillTx/>
                <a:latin typeface="Times New Roman"/>
              </a:defRPr>
            </a:lvl1pPr>
          </a:lstStyle>
          <a:p>
            <a:pPr indent="0">
              <a:lnSpc>
                <a:spcPct val="100000"/>
              </a:lnSpc>
              <a:buNone/>
              <a:tabLst>
                <a:tab algn="l" pos="0"/>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21" name="PlaceHolder 4"/>
          <p:cNvSpPr>
            <a:spLocks noGrp="1"/>
          </p:cNvSpPr>
          <p:nvPr>
            <p:ph type="ftr" idx="1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2" name="PlaceHolder 5"/>
          <p:cNvSpPr>
            <a:spLocks noGrp="1"/>
          </p:cNvSpPr>
          <p:nvPr>
            <p:ph type="sldNum" idx="12"/>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lang="en-US" sz="1200" b="0" u="none" strike="noStrike">
                <a:solidFill>
                  <a:srgbClr val="888888"/>
                </a:solidFill>
                <a:effectLst/>
                <a:uFillTx/>
                <a:latin typeface="Calibri"/>
                <a:ea typeface="Calibri"/>
              </a:defRPr>
            </a:lvl1pPr>
          </a:lstStyle>
          <a:p>
            <a:pPr indent="0" algn="r">
              <a:lnSpc>
                <a:spcPct val="100000"/>
              </a:lnSpc>
              <a:buNone/>
              <a:tabLst>
                <a:tab algn="l" pos="0"/>
              </a:tabLst>
            </a:pPr>
            <a:fld id="{754C645D-AA22-4595-8916-9C4E12133F3B}"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1960" y="1709640"/>
            <a:ext cx="10514880" cy="2851920"/>
          </a:xfrm>
          <a:prstGeom prst="rect">
            <a:avLst/>
          </a:prstGeom>
          <a:noFill/>
          <a:ln w="0">
            <a:noFill/>
          </a:ln>
        </p:spPr>
        <p:txBody>
          <a:bodyPr lIns="91440" rIns="91440" tIns="45720" bIns="45720" anchor="b">
            <a:normAutofit/>
          </a:bodyPr>
          <a:p>
            <a:pPr indent="0">
              <a:lnSpc>
                <a:spcPct val="100000"/>
              </a:lnSpc>
              <a:buNone/>
              <a:tabLst>
                <a:tab algn="l" pos="0"/>
              </a:tabLst>
            </a:pPr>
            <a:r>
              <a:rPr lang="en-IN" sz="6000" b="0" u="none" strike="noStrike">
                <a:solidFill>
                  <a:srgbClr val="000000"/>
                </a:solidFill>
                <a:effectLst/>
                <a:uFillTx/>
                <a:latin typeface="Arial"/>
              </a:rPr>
              <a:t>Click to edit the title text format</a:t>
            </a:r>
            <a:endParaRPr lang="en-IN" sz="6000" b="0" u="none" strike="noStrike">
              <a:solidFill>
                <a:srgbClr val="000000"/>
              </a:solidFill>
              <a:effectLst/>
              <a:uFillTx/>
              <a:latin typeface="Arial"/>
            </a:endParaRPr>
          </a:p>
        </p:txBody>
      </p:sp>
      <p:sp>
        <p:nvSpPr>
          <p:cNvPr id="24" name="PlaceHolder 2"/>
          <p:cNvSpPr>
            <a:spLocks noGrp="1"/>
          </p:cNvSpPr>
          <p:nvPr>
            <p:ph type="body"/>
          </p:nvPr>
        </p:nvSpPr>
        <p:spPr>
          <a:xfrm>
            <a:off x="831960" y="4589640"/>
            <a:ext cx="10514880" cy="1499400"/>
          </a:xfrm>
          <a:prstGeom prst="rect">
            <a:avLst/>
          </a:prstGeom>
          <a:noFill/>
          <a:ln w="0">
            <a:noFill/>
          </a:ln>
        </p:spPr>
        <p:txBody>
          <a:bodyPr lIns="91440" rIns="91440" tIns="45720" bIns="45720" anchor="t">
            <a:normAutofit fontScale="47500" lnSpcReduction="19999"/>
          </a:bodyPr>
          <a:p>
            <a:pPr marL="432000" indent="-324000">
              <a:lnSpc>
                <a:spcPct val="100000"/>
              </a:lnSpc>
              <a:spcBef>
                <a:spcPts val="1417"/>
              </a:spcBef>
              <a:buClr>
                <a:srgbClr val="000000"/>
              </a:buClr>
              <a:buSzPct val="45000"/>
              <a:buFont typeface="Wingdings" charset="2"/>
              <a:buChar char=""/>
            </a:pPr>
            <a:r>
              <a:rPr lang="en-IN" sz="2400" b="0" u="none" strike="noStrike">
                <a:solidFill>
                  <a:srgbClr val="000000"/>
                </a:solidFill>
                <a:effectLst/>
                <a:uFillTx/>
                <a:latin typeface="Arial"/>
              </a:rPr>
              <a:t>Click to edit the outline text format</a:t>
            </a:r>
            <a:endParaRPr lang="en-IN" sz="24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IN" sz="2400" b="0" u="none" strike="noStrike">
                <a:solidFill>
                  <a:srgbClr val="000000"/>
                </a:solidFill>
                <a:effectLst/>
                <a:uFillTx/>
                <a:latin typeface="Arial"/>
              </a:rPr>
              <a:t>Second Outline Level</a:t>
            </a:r>
            <a:endParaRPr lang="en-IN"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IN"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IN" sz="2400" b="0" u="none" strike="noStrike">
                <a:solidFill>
                  <a:srgbClr val="000000"/>
                </a:solidFill>
                <a:effectLst/>
                <a:uFillTx/>
                <a:latin typeface="Arial"/>
              </a:rPr>
              <a:t>Fourth Outline Level</a:t>
            </a:r>
            <a:endParaRPr lang="en-IN" sz="24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Fifth Outline Level</a:t>
            </a:r>
            <a:endParaRPr lang="en-IN" sz="24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Sixth Outline Level</a:t>
            </a:r>
            <a:endParaRPr lang="en-IN" sz="24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Seventh Outline Level</a:t>
            </a:r>
            <a:endParaRPr lang="en-IN" sz="2400" b="0" u="none" strike="noStrike">
              <a:solidFill>
                <a:srgbClr val="000000"/>
              </a:solidFill>
              <a:effectLst/>
              <a:uFillTx/>
              <a:latin typeface="Arial"/>
            </a:endParaRPr>
          </a:p>
        </p:txBody>
      </p:sp>
      <p:sp>
        <p:nvSpPr>
          <p:cNvPr id="25" name="PlaceHolder 3"/>
          <p:cNvSpPr>
            <a:spLocks noGrp="1"/>
          </p:cNvSpPr>
          <p:nvPr>
            <p:ph type="dt" idx="13"/>
          </p:nvPr>
        </p:nvSpPr>
        <p:spPr>
          <a:xfrm>
            <a:off x="838080" y="6356520"/>
            <a:ext cx="2742480" cy="364320"/>
          </a:xfrm>
          <a:prstGeom prst="rect">
            <a:avLst/>
          </a:prstGeom>
          <a:noFill/>
          <a:ln w="0">
            <a:noFill/>
          </a:ln>
        </p:spPr>
        <p:txBody>
          <a:bodyPr lIns="91440" rIns="91440" tIns="45720" bIns="45720" anchor="ctr">
            <a:noAutofit/>
          </a:bodyPr>
          <a:lstStyle>
            <a:lvl1pPr indent="0">
              <a:lnSpc>
                <a:spcPct val="100000"/>
              </a:lnSpc>
              <a:buNone/>
              <a:tabLst>
                <a:tab algn="l" pos="0"/>
              </a:tabLst>
              <a:defRPr lang="en-IN" sz="1400" b="0" u="none" strike="noStrike">
                <a:solidFill>
                  <a:srgbClr val="000000"/>
                </a:solidFill>
                <a:effectLst/>
                <a:uFillTx/>
                <a:latin typeface="Times New Roman"/>
              </a:defRPr>
            </a:lvl1pPr>
          </a:lstStyle>
          <a:p>
            <a:pPr indent="0">
              <a:lnSpc>
                <a:spcPct val="100000"/>
              </a:lnSpc>
              <a:buNone/>
              <a:tabLst>
                <a:tab algn="l" pos="0"/>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26" name="PlaceHolder 4"/>
          <p:cNvSpPr>
            <a:spLocks noGrp="1"/>
          </p:cNvSpPr>
          <p:nvPr>
            <p:ph type="ftr" idx="14"/>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27" name="PlaceHolder 5"/>
          <p:cNvSpPr>
            <a:spLocks noGrp="1"/>
          </p:cNvSpPr>
          <p:nvPr>
            <p:ph type="sldNum" idx="15"/>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lang="en-US" sz="1200" b="0" u="none" strike="noStrike">
                <a:solidFill>
                  <a:srgbClr val="888888"/>
                </a:solidFill>
                <a:effectLst/>
                <a:uFillTx/>
                <a:latin typeface="Calibri"/>
                <a:ea typeface="Calibri"/>
              </a:defRPr>
            </a:lvl1pPr>
          </a:lstStyle>
          <a:p>
            <a:pPr indent="0" algn="r">
              <a:lnSpc>
                <a:spcPct val="100000"/>
              </a:lnSpc>
              <a:buNone/>
              <a:tabLst>
                <a:tab algn="l" pos="0"/>
              </a:tabLst>
            </a:pPr>
            <a:fld id="{1AB37810-2A7C-416A-983D-C7B298646206}"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rmAutofit/>
          </a:bodyPr>
          <a:p>
            <a:pPr indent="0">
              <a:lnSpc>
                <a:spcPct val="100000"/>
              </a:lnSpc>
              <a:buNone/>
              <a:tabLst>
                <a:tab algn="l" pos="0"/>
              </a:tabLst>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29" name="PlaceHolder 2"/>
          <p:cNvSpPr>
            <a:spLocks noGrp="1"/>
          </p:cNvSpPr>
          <p:nvPr>
            <p:ph type="body"/>
          </p:nvPr>
        </p:nvSpPr>
        <p:spPr>
          <a:xfrm>
            <a:off x="838080" y="1825560"/>
            <a:ext cx="5180760" cy="4350600"/>
          </a:xfrm>
          <a:prstGeom prst="rect">
            <a:avLst/>
          </a:prstGeom>
          <a:noFill/>
          <a:ln w="0">
            <a:noFill/>
          </a:ln>
        </p:spPr>
        <p:txBody>
          <a:bodyPr lIns="91440" rIns="91440" tIns="45720" bIns="45720" anchor="t">
            <a:normAutofit fontScale="92500" lnSpcReduction="9999"/>
          </a:bodyPr>
          <a:p>
            <a:pPr marL="432000" indent="-324000">
              <a:lnSpc>
                <a:spcPct val="100000"/>
              </a:lnSpc>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30" name="PlaceHolder 3"/>
          <p:cNvSpPr>
            <a:spLocks noGrp="1"/>
          </p:cNvSpPr>
          <p:nvPr>
            <p:ph type="body"/>
          </p:nvPr>
        </p:nvSpPr>
        <p:spPr>
          <a:xfrm>
            <a:off x="6172200" y="1825560"/>
            <a:ext cx="5180760" cy="4350600"/>
          </a:xfrm>
          <a:prstGeom prst="rect">
            <a:avLst/>
          </a:prstGeom>
          <a:noFill/>
          <a:ln w="0">
            <a:noFill/>
          </a:ln>
        </p:spPr>
        <p:txBody>
          <a:bodyPr lIns="91440" rIns="91440" tIns="45720" bIns="45720" anchor="t">
            <a:normAutofit fontScale="92500" lnSpcReduction="9999"/>
          </a:bodyPr>
          <a:p>
            <a:pPr marL="432000" indent="-324000">
              <a:lnSpc>
                <a:spcPct val="100000"/>
              </a:lnSpc>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31" name="PlaceHolder 4"/>
          <p:cNvSpPr>
            <a:spLocks noGrp="1"/>
          </p:cNvSpPr>
          <p:nvPr>
            <p:ph type="dt" idx="16"/>
          </p:nvPr>
        </p:nvSpPr>
        <p:spPr>
          <a:xfrm>
            <a:off x="838080" y="6356520"/>
            <a:ext cx="2742480" cy="364320"/>
          </a:xfrm>
          <a:prstGeom prst="rect">
            <a:avLst/>
          </a:prstGeom>
          <a:noFill/>
          <a:ln w="0">
            <a:noFill/>
          </a:ln>
        </p:spPr>
        <p:txBody>
          <a:bodyPr lIns="91440" rIns="91440" tIns="45720" bIns="45720" anchor="ctr">
            <a:noAutofit/>
          </a:bodyPr>
          <a:lstStyle>
            <a:lvl1pPr indent="0">
              <a:lnSpc>
                <a:spcPct val="100000"/>
              </a:lnSpc>
              <a:buNone/>
              <a:tabLst>
                <a:tab algn="l" pos="0"/>
              </a:tabLst>
              <a:defRPr lang="en-IN" sz="1400" b="0" u="none" strike="noStrike">
                <a:solidFill>
                  <a:srgbClr val="000000"/>
                </a:solidFill>
                <a:effectLst/>
                <a:uFillTx/>
                <a:latin typeface="Times New Roman"/>
              </a:defRPr>
            </a:lvl1pPr>
          </a:lstStyle>
          <a:p>
            <a:pPr indent="0">
              <a:lnSpc>
                <a:spcPct val="100000"/>
              </a:lnSpc>
              <a:buNone/>
              <a:tabLst>
                <a:tab algn="l" pos="0"/>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32" name="PlaceHolder 5"/>
          <p:cNvSpPr>
            <a:spLocks noGrp="1"/>
          </p:cNvSpPr>
          <p:nvPr>
            <p:ph type="ftr" idx="17"/>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33" name="PlaceHolder 6"/>
          <p:cNvSpPr>
            <a:spLocks noGrp="1"/>
          </p:cNvSpPr>
          <p:nvPr>
            <p:ph type="sldNum" idx="18"/>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lang="en-US" sz="1200" b="0" u="none" strike="noStrike">
                <a:solidFill>
                  <a:srgbClr val="888888"/>
                </a:solidFill>
                <a:effectLst/>
                <a:uFillTx/>
                <a:latin typeface="Calibri"/>
                <a:ea typeface="Calibri"/>
              </a:defRPr>
            </a:lvl1pPr>
          </a:lstStyle>
          <a:p>
            <a:pPr indent="0" algn="r">
              <a:lnSpc>
                <a:spcPct val="100000"/>
              </a:lnSpc>
              <a:buNone/>
              <a:tabLst>
                <a:tab algn="l" pos="0"/>
              </a:tabLst>
            </a:pPr>
            <a:fld id="{ACAC4B45-ED8F-4218-9E12-44642E12605B}"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bg>
      <p:bgPr>
        <a:solidFill>
          <a:schemeClr val="lt1"/>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39880" y="365040"/>
            <a:ext cx="10514880" cy="1324800"/>
          </a:xfrm>
          <a:prstGeom prst="rect">
            <a:avLst/>
          </a:prstGeom>
          <a:noFill/>
          <a:ln w="0">
            <a:noFill/>
          </a:ln>
        </p:spPr>
        <p:txBody>
          <a:bodyPr lIns="91440" rIns="91440" tIns="45720" bIns="45720" anchor="ctr">
            <a:normAutofit/>
          </a:bodyPr>
          <a:p>
            <a:pPr indent="0">
              <a:lnSpc>
                <a:spcPct val="100000"/>
              </a:lnSpc>
              <a:buNone/>
              <a:tabLst>
                <a:tab algn="l" pos="0"/>
              </a:tabLst>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35" name="PlaceHolder 2"/>
          <p:cNvSpPr>
            <a:spLocks noGrp="1"/>
          </p:cNvSpPr>
          <p:nvPr>
            <p:ph type="body"/>
          </p:nvPr>
        </p:nvSpPr>
        <p:spPr>
          <a:xfrm>
            <a:off x="839880" y="1681200"/>
            <a:ext cx="5157000" cy="823320"/>
          </a:xfrm>
          <a:prstGeom prst="rect">
            <a:avLst/>
          </a:prstGeom>
          <a:noFill/>
          <a:ln w="0">
            <a:noFill/>
          </a:ln>
        </p:spPr>
        <p:txBody>
          <a:bodyPr lIns="91440" rIns="91440" tIns="45720" bIns="45720" anchor="b">
            <a:normAutofit fontScale="25000" lnSpcReduction="19999"/>
          </a:bodyPr>
          <a:p>
            <a:pPr marL="432000" indent="-324000">
              <a:lnSpc>
                <a:spcPct val="100000"/>
              </a:lnSpc>
              <a:spcBef>
                <a:spcPts val="1417"/>
              </a:spcBef>
              <a:buClr>
                <a:srgbClr val="000000"/>
              </a:buClr>
              <a:buSzPct val="45000"/>
              <a:buFont typeface="Wingdings" charset="2"/>
              <a:buChar char=""/>
            </a:pPr>
            <a:r>
              <a:rPr lang="en-IN" sz="2400" b="0" u="none" strike="noStrike">
                <a:solidFill>
                  <a:srgbClr val="000000"/>
                </a:solidFill>
                <a:effectLst/>
                <a:uFillTx/>
                <a:latin typeface="Arial"/>
              </a:rPr>
              <a:t>Click to edit the outline text format</a:t>
            </a:r>
            <a:endParaRPr lang="en-IN" sz="24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IN" sz="2400" b="0" u="none" strike="noStrike">
                <a:solidFill>
                  <a:srgbClr val="000000"/>
                </a:solidFill>
                <a:effectLst/>
                <a:uFillTx/>
                <a:latin typeface="Arial"/>
              </a:rPr>
              <a:t>Second Outline Level</a:t>
            </a:r>
            <a:endParaRPr lang="en-IN"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IN"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IN" sz="2400" b="0" u="none" strike="noStrike">
                <a:solidFill>
                  <a:srgbClr val="000000"/>
                </a:solidFill>
                <a:effectLst/>
                <a:uFillTx/>
                <a:latin typeface="Arial"/>
              </a:rPr>
              <a:t>Fourth Outline Level</a:t>
            </a:r>
            <a:endParaRPr lang="en-IN" sz="24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Fifth Outline Level</a:t>
            </a:r>
            <a:endParaRPr lang="en-IN" sz="24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Sixth Outline Level</a:t>
            </a:r>
            <a:endParaRPr lang="en-IN" sz="24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Seventh Outline Level</a:t>
            </a:r>
            <a:endParaRPr lang="en-IN" sz="2400" b="0" u="none" strike="noStrike">
              <a:solidFill>
                <a:srgbClr val="000000"/>
              </a:solidFill>
              <a:effectLst/>
              <a:uFillTx/>
              <a:latin typeface="Arial"/>
            </a:endParaRPr>
          </a:p>
        </p:txBody>
      </p:sp>
      <p:sp>
        <p:nvSpPr>
          <p:cNvPr id="36" name="PlaceHolder 3"/>
          <p:cNvSpPr>
            <a:spLocks noGrp="1"/>
          </p:cNvSpPr>
          <p:nvPr>
            <p:ph type="body"/>
          </p:nvPr>
        </p:nvSpPr>
        <p:spPr>
          <a:xfrm>
            <a:off x="839880" y="2505240"/>
            <a:ext cx="5157000" cy="3683880"/>
          </a:xfrm>
          <a:prstGeom prst="rect">
            <a:avLst/>
          </a:prstGeom>
          <a:noFill/>
          <a:ln w="0">
            <a:noFill/>
          </a:ln>
        </p:spPr>
        <p:txBody>
          <a:bodyPr lIns="91440" rIns="91440" tIns="45720" bIns="45720" anchor="t">
            <a:normAutofit fontScale="85000" lnSpcReduction="19999"/>
          </a:bodyPr>
          <a:p>
            <a:pPr marL="432000" indent="-324000">
              <a:lnSpc>
                <a:spcPct val="100000"/>
              </a:lnSpc>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37" name="PlaceHolder 4"/>
          <p:cNvSpPr>
            <a:spLocks noGrp="1"/>
          </p:cNvSpPr>
          <p:nvPr>
            <p:ph type="body"/>
          </p:nvPr>
        </p:nvSpPr>
        <p:spPr>
          <a:xfrm>
            <a:off x="6172200" y="1681200"/>
            <a:ext cx="5182560" cy="823320"/>
          </a:xfrm>
          <a:prstGeom prst="rect">
            <a:avLst/>
          </a:prstGeom>
          <a:noFill/>
          <a:ln w="0">
            <a:noFill/>
          </a:ln>
        </p:spPr>
        <p:txBody>
          <a:bodyPr lIns="91440" rIns="91440" tIns="45720" bIns="45720" anchor="b">
            <a:normAutofit fontScale="25000" lnSpcReduction="19999"/>
          </a:bodyPr>
          <a:p>
            <a:pPr marL="432000" indent="-324000">
              <a:lnSpc>
                <a:spcPct val="100000"/>
              </a:lnSpc>
              <a:spcBef>
                <a:spcPts val="1417"/>
              </a:spcBef>
              <a:buClr>
                <a:srgbClr val="000000"/>
              </a:buClr>
              <a:buSzPct val="45000"/>
              <a:buFont typeface="Wingdings" charset="2"/>
              <a:buChar char=""/>
            </a:pPr>
            <a:r>
              <a:rPr lang="en-IN" sz="2400" b="0" u="none" strike="noStrike">
                <a:solidFill>
                  <a:srgbClr val="000000"/>
                </a:solidFill>
                <a:effectLst/>
                <a:uFillTx/>
                <a:latin typeface="Arial"/>
              </a:rPr>
              <a:t>Click to edit the outline text format</a:t>
            </a:r>
            <a:endParaRPr lang="en-IN" sz="24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IN" sz="2400" b="0" u="none" strike="noStrike">
                <a:solidFill>
                  <a:srgbClr val="000000"/>
                </a:solidFill>
                <a:effectLst/>
                <a:uFillTx/>
                <a:latin typeface="Arial"/>
              </a:rPr>
              <a:t>Second Outline Level</a:t>
            </a:r>
            <a:endParaRPr lang="en-IN" sz="24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IN" sz="2400" b="0" u="none" strike="noStrike">
                <a:solidFill>
                  <a:srgbClr val="000000"/>
                </a:solidFill>
                <a:effectLst/>
                <a:uFillTx/>
                <a:latin typeface="Arial"/>
              </a:rPr>
              <a:t>Third Outline Level</a:t>
            </a:r>
            <a:endParaRPr lang="en-IN"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IN" sz="2400" b="0" u="none" strike="noStrike">
                <a:solidFill>
                  <a:srgbClr val="000000"/>
                </a:solidFill>
                <a:effectLst/>
                <a:uFillTx/>
                <a:latin typeface="Arial"/>
              </a:rPr>
              <a:t>Fourth Outline Level</a:t>
            </a:r>
            <a:endParaRPr lang="en-IN" sz="24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Fifth Outline Level</a:t>
            </a:r>
            <a:endParaRPr lang="en-IN" sz="24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Sixth Outline Level</a:t>
            </a:r>
            <a:endParaRPr lang="en-IN" sz="24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IN" sz="2400" b="0" u="none" strike="noStrike">
                <a:solidFill>
                  <a:srgbClr val="000000"/>
                </a:solidFill>
                <a:effectLst/>
                <a:uFillTx/>
                <a:latin typeface="Arial"/>
              </a:rPr>
              <a:t>Seventh Outline Level</a:t>
            </a:r>
            <a:endParaRPr lang="en-IN" sz="2400" b="0" u="none" strike="noStrike">
              <a:solidFill>
                <a:srgbClr val="000000"/>
              </a:solidFill>
              <a:effectLst/>
              <a:uFillTx/>
              <a:latin typeface="Arial"/>
            </a:endParaRPr>
          </a:p>
        </p:txBody>
      </p:sp>
      <p:sp>
        <p:nvSpPr>
          <p:cNvPr id="38" name="PlaceHolder 5"/>
          <p:cNvSpPr>
            <a:spLocks noGrp="1"/>
          </p:cNvSpPr>
          <p:nvPr>
            <p:ph type="body"/>
          </p:nvPr>
        </p:nvSpPr>
        <p:spPr>
          <a:xfrm>
            <a:off x="6172200" y="2505240"/>
            <a:ext cx="5182560" cy="3683880"/>
          </a:xfrm>
          <a:prstGeom prst="rect">
            <a:avLst/>
          </a:prstGeom>
          <a:noFill/>
          <a:ln w="0">
            <a:noFill/>
          </a:ln>
        </p:spPr>
        <p:txBody>
          <a:bodyPr lIns="91440" rIns="91440" tIns="45720" bIns="45720" anchor="t">
            <a:normAutofit fontScale="85000" lnSpcReduction="19999"/>
          </a:bodyPr>
          <a:p>
            <a:pPr marL="432000" indent="-324000">
              <a:lnSpc>
                <a:spcPct val="100000"/>
              </a:lnSpc>
              <a:spcBef>
                <a:spcPts val="1417"/>
              </a:spcBef>
              <a:buClr>
                <a:srgbClr val="000000"/>
              </a:buClr>
              <a:buSzPct val="45000"/>
              <a:buFont typeface="Wingdings" charset="2"/>
              <a:buChar char=""/>
            </a:pPr>
            <a:r>
              <a:rPr lang="en-IN" sz="2800" b="0" u="none" strike="noStrike">
                <a:solidFill>
                  <a:srgbClr val="000000"/>
                </a:solidFill>
                <a:effectLst/>
                <a:uFillTx/>
                <a:latin typeface="Arial"/>
              </a:rPr>
              <a:t>Click to edit the outline text format</a:t>
            </a:r>
            <a:endParaRPr lang="en-IN" sz="2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IN" sz="2800" b="0" u="none" strike="noStrike">
                <a:solidFill>
                  <a:srgbClr val="000000"/>
                </a:solidFill>
                <a:effectLst/>
                <a:uFillTx/>
                <a:latin typeface="Arial"/>
              </a:rPr>
              <a:t>Second Outline Level</a:t>
            </a:r>
            <a:endParaRPr lang="en-IN"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IN" sz="2800" b="0" u="none" strike="noStrike">
                <a:solidFill>
                  <a:srgbClr val="000000"/>
                </a:solidFill>
                <a:effectLst/>
                <a:uFillTx/>
                <a:latin typeface="Arial"/>
              </a:rPr>
              <a:t>Third Outline Level</a:t>
            </a:r>
            <a:endParaRPr lang="en-IN" sz="2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IN" sz="2800" b="0" u="none" strike="noStrike">
                <a:solidFill>
                  <a:srgbClr val="000000"/>
                </a:solidFill>
                <a:effectLst/>
                <a:uFillTx/>
                <a:latin typeface="Arial"/>
              </a:rPr>
              <a:t>Fourth Outline Level</a:t>
            </a:r>
            <a:endParaRPr lang="en-IN" sz="2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Fifth Outline Level</a:t>
            </a:r>
            <a:endParaRPr lang="en-IN" sz="2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Sixth Outline Level</a:t>
            </a:r>
            <a:endParaRPr lang="en-IN" sz="2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IN" sz="2800" b="0" u="none" strike="noStrike">
                <a:solidFill>
                  <a:srgbClr val="000000"/>
                </a:solidFill>
                <a:effectLst/>
                <a:uFillTx/>
                <a:latin typeface="Arial"/>
              </a:rPr>
              <a:t>Seventh Outline Level</a:t>
            </a:r>
            <a:endParaRPr lang="en-IN" sz="2800" b="0" u="none" strike="noStrike">
              <a:solidFill>
                <a:srgbClr val="000000"/>
              </a:solidFill>
              <a:effectLst/>
              <a:uFillTx/>
              <a:latin typeface="Arial"/>
            </a:endParaRPr>
          </a:p>
        </p:txBody>
      </p:sp>
      <p:sp>
        <p:nvSpPr>
          <p:cNvPr id="39" name="PlaceHolder 6"/>
          <p:cNvSpPr>
            <a:spLocks noGrp="1"/>
          </p:cNvSpPr>
          <p:nvPr>
            <p:ph type="dt" idx="19"/>
          </p:nvPr>
        </p:nvSpPr>
        <p:spPr>
          <a:xfrm>
            <a:off x="838080" y="6356520"/>
            <a:ext cx="2742480" cy="364320"/>
          </a:xfrm>
          <a:prstGeom prst="rect">
            <a:avLst/>
          </a:prstGeom>
          <a:noFill/>
          <a:ln w="0">
            <a:noFill/>
          </a:ln>
        </p:spPr>
        <p:txBody>
          <a:bodyPr lIns="91440" rIns="91440" tIns="45720" bIns="45720" anchor="ctr">
            <a:noAutofit/>
          </a:bodyPr>
          <a:lstStyle>
            <a:lvl1pPr indent="0">
              <a:lnSpc>
                <a:spcPct val="100000"/>
              </a:lnSpc>
              <a:buNone/>
              <a:tabLst>
                <a:tab algn="l" pos="0"/>
              </a:tabLst>
              <a:defRPr lang="en-IN" sz="1400" b="0" u="none" strike="noStrike">
                <a:solidFill>
                  <a:srgbClr val="000000"/>
                </a:solidFill>
                <a:effectLst/>
                <a:uFillTx/>
                <a:latin typeface="Times New Roman"/>
              </a:defRPr>
            </a:lvl1pPr>
          </a:lstStyle>
          <a:p>
            <a:pPr indent="0">
              <a:lnSpc>
                <a:spcPct val="100000"/>
              </a:lnSpc>
              <a:buNone/>
              <a:tabLst>
                <a:tab algn="l" pos="0"/>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40" name="PlaceHolder 7"/>
          <p:cNvSpPr>
            <a:spLocks noGrp="1"/>
          </p:cNvSpPr>
          <p:nvPr>
            <p:ph type="ftr" idx="20"/>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1" name="PlaceHolder 8"/>
          <p:cNvSpPr>
            <a:spLocks noGrp="1"/>
          </p:cNvSpPr>
          <p:nvPr>
            <p:ph type="sldNum" idx="21"/>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lang="en-US" sz="1200" b="0" u="none" strike="noStrike">
                <a:solidFill>
                  <a:srgbClr val="888888"/>
                </a:solidFill>
                <a:effectLst/>
                <a:uFillTx/>
                <a:latin typeface="Calibri"/>
                <a:ea typeface="Calibri"/>
              </a:defRPr>
            </a:lvl1pPr>
          </a:lstStyle>
          <a:p>
            <a:pPr indent="0" algn="r">
              <a:lnSpc>
                <a:spcPct val="100000"/>
              </a:lnSpc>
              <a:buNone/>
              <a:tabLst>
                <a:tab algn="l" pos="0"/>
              </a:tabLst>
            </a:pPr>
            <a:fld id="{4A52A7BF-EE70-4670-9E2D-D2BC25B38A85}"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365040"/>
            <a:ext cx="10514880" cy="1324800"/>
          </a:xfrm>
          <a:prstGeom prst="rect">
            <a:avLst/>
          </a:prstGeom>
          <a:noFill/>
          <a:ln w="0">
            <a:noFill/>
          </a:ln>
        </p:spPr>
        <p:txBody>
          <a:bodyPr lIns="91440" rIns="91440" tIns="45720" bIns="45720" anchor="ctr">
            <a:normAutofit/>
          </a:bodyPr>
          <a:p>
            <a:pPr indent="0">
              <a:lnSpc>
                <a:spcPct val="100000"/>
              </a:lnSpc>
              <a:buNone/>
              <a:tabLst>
                <a:tab algn="l" pos="0"/>
              </a:tabLst>
            </a:pPr>
            <a:r>
              <a:rPr lang="en-IN" sz="4400" b="0" u="none" strike="noStrike">
                <a:solidFill>
                  <a:srgbClr val="000000"/>
                </a:solidFill>
                <a:effectLst/>
                <a:uFillTx/>
                <a:latin typeface="Arial"/>
              </a:rPr>
              <a:t>Click to edit the title text format</a:t>
            </a:r>
            <a:endParaRPr lang="en-IN" sz="4400" b="0" u="none" strike="noStrike">
              <a:solidFill>
                <a:srgbClr val="000000"/>
              </a:solidFill>
              <a:effectLst/>
              <a:uFillTx/>
              <a:latin typeface="Arial"/>
            </a:endParaRPr>
          </a:p>
        </p:txBody>
      </p:sp>
      <p:sp>
        <p:nvSpPr>
          <p:cNvPr id="43" name="PlaceHolder 2"/>
          <p:cNvSpPr>
            <a:spLocks noGrp="1"/>
          </p:cNvSpPr>
          <p:nvPr>
            <p:ph type="dt" idx="22"/>
          </p:nvPr>
        </p:nvSpPr>
        <p:spPr>
          <a:xfrm>
            <a:off x="838080" y="6356520"/>
            <a:ext cx="2742480" cy="364320"/>
          </a:xfrm>
          <a:prstGeom prst="rect">
            <a:avLst/>
          </a:prstGeom>
          <a:noFill/>
          <a:ln w="0">
            <a:noFill/>
          </a:ln>
        </p:spPr>
        <p:txBody>
          <a:bodyPr lIns="91440" rIns="91440" tIns="45720" bIns="45720" anchor="ctr">
            <a:noAutofit/>
          </a:bodyPr>
          <a:lstStyle>
            <a:lvl1pPr indent="0">
              <a:lnSpc>
                <a:spcPct val="100000"/>
              </a:lnSpc>
              <a:buNone/>
              <a:tabLst>
                <a:tab algn="l" pos="0"/>
              </a:tabLst>
              <a:defRPr lang="en-IN" sz="1400" b="0" u="none" strike="noStrike">
                <a:solidFill>
                  <a:srgbClr val="000000"/>
                </a:solidFill>
                <a:effectLst/>
                <a:uFillTx/>
                <a:latin typeface="Times New Roman"/>
              </a:defRPr>
            </a:lvl1pPr>
          </a:lstStyle>
          <a:p>
            <a:pPr indent="0">
              <a:lnSpc>
                <a:spcPct val="100000"/>
              </a:lnSpc>
              <a:buNone/>
              <a:tabLst>
                <a:tab algn="l" pos="0"/>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44" name="PlaceHolder 3"/>
          <p:cNvSpPr>
            <a:spLocks noGrp="1"/>
          </p:cNvSpPr>
          <p:nvPr>
            <p:ph type="ftr" idx="23"/>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5" name="PlaceHolder 4"/>
          <p:cNvSpPr>
            <a:spLocks noGrp="1"/>
          </p:cNvSpPr>
          <p:nvPr>
            <p:ph type="sldNum" idx="24"/>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lang="en-US" sz="1200" b="0" u="none" strike="noStrike">
                <a:solidFill>
                  <a:srgbClr val="888888"/>
                </a:solidFill>
                <a:effectLst/>
                <a:uFillTx/>
                <a:latin typeface="Calibri"/>
                <a:ea typeface="Calibri"/>
              </a:defRPr>
            </a:lvl1pPr>
          </a:lstStyle>
          <a:p>
            <a:pPr indent="0" algn="r">
              <a:lnSpc>
                <a:spcPct val="100000"/>
              </a:lnSpc>
              <a:buNone/>
              <a:tabLst>
                <a:tab algn="l" pos="0"/>
              </a:tabLst>
            </a:pPr>
            <a:fld id="{597A64DB-E955-44DF-B1E1-51E3BBF9BECE}"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46" name="PlaceHolder 1"/>
          <p:cNvSpPr>
            <a:spLocks noGrp="1"/>
          </p:cNvSpPr>
          <p:nvPr>
            <p:ph type="dt" idx="25"/>
          </p:nvPr>
        </p:nvSpPr>
        <p:spPr>
          <a:xfrm>
            <a:off x="838080" y="6356520"/>
            <a:ext cx="2742480" cy="364320"/>
          </a:xfrm>
          <a:prstGeom prst="rect">
            <a:avLst/>
          </a:prstGeom>
          <a:noFill/>
          <a:ln w="0">
            <a:noFill/>
          </a:ln>
        </p:spPr>
        <p:txBody>
          <a:bodyPr lIns="91440" rIns="91440" tIns="45720" bIns="45720" anchor="ctr">
            <a:noAutofit/>
          </a:bodyPr>
          <a:lstStyle>
            <a:lvl1pPr indent="0">
              <a:lnSpc>
                <a:spcPct val="100000"/>
              </a:lnSpc>
              <a:buNone/>
              <a:tabLst>
                <a:tab algn="l" pos="0"/>
              </a:tabLst>
              <a:defRPr lang="en-IN" sz="1400" b="0" u="none" strike="noStrike">
                <a:solidFill>
                  <a:srgbClr val="000000"/>
                </a:solidFill>
                <a:effectLst/>
                <a:uFillTx/>
                <a:latin typeface="Times New Roman"/>
              </a:defRPr>
            </a:lvl1pPr>
          </a:lstStyle>
          <a:p>
            <a:pPr indent="0">
              <a:lnSpc>
                <a:spcPct val="100000"/>
              </a:lnSpc>
              <a:buNone/>
              <a:tabLst>
                <a:tab algn="l" pos="0"/>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47" name="PlaceHolder 2"/>
          <p:cNvSpPr>
            <a:spLocks noGrp="1"/>
          </p:cNvSpPr>
          <p:nvPr>
            <p:ph type="ftr" idx="26"/>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48" name="PlaceHolder 3"/>
          <p:cNvSpPr>
            <a:spLocks noGrp="1"/>
          </p:cNvSpPr>
          <p:nvPr>
            <p:ph type="sldNum" idx="27"/>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lang="en-US" sz="1200" b="0" u="none" strike="noStrike">
                <a:solidFill>
                  <a:srgbClr val="888888"/>
                </a:solidFill>
                <a:effectLst/>
                <a:uFillTx/>
                <a:latin typeface="Calibri"/>
                <a:ea typeface="Calibri"/>
              </a:defRPr>
            </a:lvl1pPr>
          </a:lstStyle>
          <a:p>
            <a:pPr indent="0" algn="r">
              <a:lnSpc>
                <a:spcPct val="100000"/>
              </a:lnSpc>
              <a:buNone/>
              <a:tabLst>
                <a:tab algn="l" pos="0"/>
              </a:tabLst>
            </a:pPr>
            <a:fld id="{574249D1-78AE-4BA2-84EA-195FDCC5E70B}"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bg>
      <p:bgPr>
        <a:solidFill>
          <a:schemeClr val="lt1"/>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839880" y="457200"/>
            <a:ext cx="3931560" cy="1599480"/>
          </a:xfrm>
          <a:prstGeom prst="rect">
            <a:avLst/>
          </a:prstGeom>
          <a:noFill/>
          <a:ln w="0">
            <a:noFill/>
          </a:ln>
        </p:spPr>
        <p:txBody>
          <a:bodyPr lIns="91440" rIns="91440" tIns="45720" bIns="45720" anchor="b">
            <a:normAutofit/>
          </a:bodyPr>
          <a:p>
            <a:pPr indent="0">
              <a:lnSpc>
                <a:spcPct val="100000"/>
              </a:lnSpc>
              <a:buNone/>
              <a:tabLst>
                <a:tab algn="l" pos="0"/>
              </a:tabLst>
            </a:pPr>
            <a:r>
              <a:rPr lang="en-IN" sz="3200" b="0" u="none" strike="noStrike">
                <a:solidFill>
                  <a:srgbClr val="000000"/>
                </a:solidFill>
                <a:effectLst/>
                <a:uFillTx/>
                <a:latin typeface="Arial"/>
              </a:rPr>
              <a:t>Click to edit the title text format</a:t>
            </a:r>
            <a:endParaRPr lang="en-IN" sz="3200" b="0" u="none" strike="noStrike">
              <a:solidFill>
                <a:srgbClr val="000000"/>
              </a:solidFill>
              <a:effectLst/>
              <a:uFillTx/>
              <a:latin typeface="Arial"/>
            </a:endParaRPr>
          </a:p>
        </p:txBody>
      </p:sp>
      <p:sp>
        <p:nvSpPr>
          <p:cNvPr id="50" name="PlaceHolder 2"/>
          <p:cNvSpPr>
            <a:spLocks noGrp="1"/>
          </p:cNvSpPr>
          <p:nvPr>
            <p:ph type="body"/>
          </p:nvPr>
        </p:nvSpPr>
        <p:spPr>
          <a:xfrm>
            <a:off x="5183280" y="987480"/>
            <a:ext cx="6171480" cy="4872960"/>
          </a:xfrm>
          <a:prstGeom prst="rect">
            <a:avLst/>
          </a:prstGeom>
          <a:noFill/>
          <a:ln w="0">
            <a:noFill/>
          </a:ln>
        </p:spPr>
        <p:txBody>
          <a:bodyPr lIns="91440" rIns="91440" tIns="45720" bIns="45720" anchor="t">
            <a:normAutofit lnSpcReduction="9999"/>
          </a:bodyPr>
          <a:p>
            <a:pPr marL="432000" indent="-324000">
              <a:lnSpc>
                <a:spcPct val="100000"/>
              </a:lnSpc>
              <a:spcBef>
                <a:spcPts val="1417"/>
              </a:spcBef>
              <a:buClr>
                <a:srgbClr val="000000"/>
              </a:buClr>
              <a:buSzPct val="45000"/>
              <a:buFont typeface="Wingdings" charset="2"/>
              <a:buChar char=""/>
            </a:pPr>
            <a:r>
              <a:rPr lang="en-IN" sz="3200" b="0" u="none" strike="noStrike">
                <a:solidFill>
                  <a:srgbClr val="000000"/>
                </a:solidFill>
                <a:effectLst/>
                <a:uFillTx/>
                <a:latin typeface="Arial"/>
              </a:rPr>
              <a:t>Click to edit the outline text format</a:t>
            </a:r>
            <a:endParaRPr lang="en-IN"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IN" sz="3200" b="0" u="none" strike="noStrike">
                <a:solidFill>
                  <a:srgbClr val="000000"/>
                </a:solidFill>
                <a:effectLst/>
                <a:uFillTx/>
                <a:latin typeface="Arial"/>
              </a:rPr>
              <a:t>Second Outline Level</a:t>
            </a:r>
            <a:endParaRPr lang="en-IN" sz="32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IN" sz="3200" b="0" u="none" strike="noStrike">
                <a:solidFill>
                  <a:srgbClr val="000000"/>
                </a:solidFill>
                <a:effectLst/>
                <a:uFillTx/>
                <a:latin typeface="Arial"/>
              </a:rPr>
              <a:t>Third Outline Level</a:t>
            </a:r>
            <a:endParaRPr lang="en-IN" sz="32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IN" sz="3200" b="0" u="none" strike="noStrike">
                <a:solidFill>
                  <a:srgbClr val="000000"/>
                </a:solidFill>
                <a:effectLst/>
                <a:uFillTx/>
                <a:latin typeface="Arial"/>
              </a:rPr>
              <a:t>Fourth Outline Level</a:t>
            </a:r>
            <a:endParaRPr lang="en-IN" sz="32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IN" sz="3200" b="0" u="none" strike="noStrike">
                <a:solidFill>
                  <a:srgbClr val="000000"/>
                </a:solidFill>
                <a:effectLst/>
                <a:uFillTx/>
                <a:latin typeface="Arial"/>
              </a:rPr>
              <a:t>Fifth Outline Level</a:t>
            </a:r>
            <a:endParaRPr lang="en-IN" sz="32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IN" sz="3200" b="0" u="none" strike="noStrike">
                <a:solidFill>
                  <a:srgbClr val="000000"/>
                </a:solidFill>
                <a:effectLst/>
                <a:uFillTx/>
                <a:latin typeface="Arial"/>
              </a:rPr>
              <a:t>Sixth Outline Level</a:t>
            </a:r>
            <a:endParaRPr lang="en-IN" sz="32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IN" sz="3200" b="0" u="none" strike="noStrike">
                <a:solidFill>
                  <a:srgbClr val="000000"/>
                </a:solidFill>
                <a:effectLst/>
                <a:uFillTx/>
                <a:latin typeface="Arial"/>
              </a:rPr>
              <a:t>Seventh Outline Level</a:t>
            </a:r>
            <a:endParaRPr lang="en-IN" sz="3200" b="0" u="none" strike="noStrike">
              <a:solidFill>
                <a:srgbClr val="000000"/>
              </a:solidFill>
              <a:effectLst/>
              <a:uFillTx/>
              <a:latin typeface="Arial"/>
            </a:endParaRPr>
          </a:p>
        </p:txBody>
      </p:sp>
      <p:sp>
        <p:nvSpPr>
          <p:cNvPr id="51" name="PlaceHolder 3"/>
          <p:cNvSpPr>
            <a:spLocks noGrp="1"/>
          </p:cNvSpPr>
          <p:nvPr>
            <p:ph type="body"/>
          </p:nvPr>
        </p:nvSpPr>
        <p:spPr>
          <a:xfrm>
            <a:off x="839880" y="2057400"/>
            <a:ext cx="3931560" cy="3810960"/>
          </a:xfrm>
          <a:prstGeom prst="rect">
            <a:avLst/>
          </a:prstGeom>
          <a:noFill/>
          <a:ln w="0">
            <a:noFill/>
          </a:ln>
        </p:spPr>
        <p:txBody>
          <a:bodyPr lIns="91440" rIns="91440" tIns="45720" bIns="45720" anchor="t">
            <a:normAutofit/>
          </a:bodyPr>
          <a:p>
            <a:pPr marL="432000" indent="-324000">
              <a:lnSpc>
                <a:spcPct val="100000"/>
              </a:lnSpc>
              <a:spcBef>
                <a:spcPts val="1417"/>
              </a:spcBef>
              <a:buClr>
                <a:srgbClr val="000000"/>
              </a:buClr>
              <a:buSzPct val="45000"/>
              <a:buFont typeface="Wingdings" charset="2"/>
              <a:buChar char=""/>
            </a:pPr>
            <a:r>
              <a:rPr lang="en-IN" sz="1600" b="0" u="none" strike="noStrike">
                <a:solidFill>
                  <a:srgbClr val="000000"/>
                </a:solidFill>
                <a:effectLst/>
                <a:uFillTx/>
                <a:latin typeface="Arial"/>
              </a:rPr>
              <a:t>Click to edit the outline text format</a:t>
            </a:r>
            <a:endParaRPr lang="en-IN" sz="16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IN" sz="1600" b="0" u="none" strike="noStrike">
                <a:solidFill>
                  <a:srgbClr val="000000"/>
                </a:solidFill>
                <a:effectLst/>
                <a:uFillTx/>
                <a:latin typeface="Arial"/>
              </a:rPr>
              <a:t>Second Outline Level</a:t>
            </a:r>
            <a:endParaRPr lang="en-IN" sz="16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IN" sz="1600" b="0" u="none" strike="noStrike">
                <a:solidFill>
                  <a:srgbClr val="000000"/>
                </a:solidFill>
                <a:effectLst/>
                <a:uFillTx/>
                <a:latin typeface="Arial"/>
              </a:rPr>
              <a:t>Third Outline Level</a:t>
            </a:r>
            <a:endParaRPr lang="en-IN" sz="16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IN" sz="1600" b="0" u="none" strike="noStrike">
                <a:solidFill>
                  <a:srgbClr val="000000"/>
                </a:solidFill>
                <a:effectLst/>
                <a:uFillTx/>
                <a:latin typeface="Arial"/>
              </a:rPr>
              <a:t>Fourth Outline Level</a:t>
            </a:r>
            <a:endParaRPr lang="en-IN" sz="16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IN" sz="1600" b="0" u="none" strike="noStrike">
                <a:solidFill>
                  <a:srgbClr val="000000"/>
                </a:solidFill>
                <a:effectLst/>
                <a:uFillTx/>
                <a:latin typeface="Arial"/>
              </a:rPr>
              <a:t>Fifth Outline Level</a:t>
            </a:r>
            <a:endParaRPr lang="en-IN" sz="16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IN" sz="1600" b="0" u="none" strike="noStrike">
                <a:solidFill>
                  <a:srgbClr val="000000"/>
                </a:solidFill>
                <a:effectLst/>
                <a:uFillTx/>
                <a:latin typeface="Arial"/>
              </a:rPr>
              <a:t>Sixth Outline Level</a:t>
            </a:r>
            <a:endParaRPr lang="en-IN" sz="16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IN" sz="1600" b="0" u="none" strike="noStrike">
                <a:solidFill>
                  <a:srgbClr val="000000"/>
                </a:solidFill>
                <a:effectLst/>
                <a:uFillTx/>
                <a:latin typeface="Arial"/>
              </a:rPr>
              <a:t>Seventh Outline Level</a:t>
            </a:r>
            <a:endParaRPr lang="en-IN" sz="1600" b="0" u="none" strike="noStrike">
              <a:solidFill>
                <a:srgbClr val="000000"/>
              </a:solidFill>
              <a:effectLst/>
              <a:uFillTx/>
              <a:latin typeface="Arial"/>
            </a:endParaRPr>
          </a:p>
        </p:txBody>
      </p:sp>
      <p:sp>
        <p:nvSpPr>
          <p:cNvPr id="52" name="PlaceHolder 4"/>
          <p:cNvSpPr>
            <a:spLocks noGrp="1"/>
          </p:cNvSpPr>
          <p:nvPr>
            <p:ph type="dt" idx="28"/>
          </p:nvPr>
        </p:nvSpPr>
        <p:spPr>
          <a:xfrm>
            <a:off x="838080" y="6356520"/>
            <a:ext cx="2742480" cy="364320"/>
          </a:xfrm>
          <a:prstGeom prst="rect">
            <a:avLst/>
          </a:prstGeom>
          <a:noFill/>
          <a:ln w="0">
            <a:noFill/>
          </a:ln>
        </p:spPr>
        <p:txBody>
          <a:bodyPr lIns="91440" rIns="91440" tIns="45720" bIns="45720" anchor="ctr">
            <a:noAutofit/>
          </a:bodyPr>
          <a:lstStyle>
            <a:lvl1pPr indent="0">
              <a:lnSpc>
                <a:spcPct val="100000"/>
              </a:lnSpc>
              <a:buNone/>
              <a:tabLst>
                <a:tab algn="l" pos="0"/>
              </a:tabLst>
              <a:defRPr lang="en-IN" sz="1400" b="0" u="none" strike="noStrike">
                <a:solidFill>
                  <a:srgbClr val="000000"/>
                </a:solidFill>
                <a:effectLst/>
                <a:uFillTx/>
                <a:latin typeface="Times New Roman"/>
              </a:defRPr>
            </a:lvl1pPr>
          </a:lstStyle>
          <a:p>
            <a:pPr indent="0">
              <a:lnSpc>
                <a:spcPct val="100000"/>
              </a:lnSpc>
              <a:buNone/>
              <a:tabLst>
                <a:tab algn="l" pos="0"/>
              </a:tabLst>
            </a:pPr>
            <a:r>
              <a:rPr lang="en-IN" sz="1400" b="0" u="none" strike="noStrike">
                <a:solidFill>
                  <a:srgbClr val="000000"/>
                </a:solidFill>
                <a:effectLst/>
                <a:uFillTx/>
                <a:latin typeface="Times New Roman"/>
              </a:rPr>
              <a:t>&lt;date/time&gt;</a:t>
            </a:r>
            <a:endParaRPr lang="en-IN" sz="1400" b="0" u="none" strike="noStrike">
              <a:solidFill>
                <a:srgbClr val="000000"/>
              </a:solidFill>
              <a:effectLst/>
              <a:uFillTx/>
              <a:latin typeface="Times New Roman"/>
            </a:endParaRPr>
          </a:p>
        </p:txBody>
      </p:sp>
      <p:sp>
        <p:nvSpPr>
          <p:cNvPr id="53" name="PlaceHolder 5"/>
          <p:cNvSpPr>
            <a:spLocks noGrp="1"/>
          </p:cNvSpPr>
          <p:nvPr>
            <p:ph type="ftr" idx="29"/>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IN" sz="1400" b="0" u="none" strike="noStrike">
                <a:solidFill>
                  <a:srgbClr val="000000"/>
                </a:solidFill>
                <a:effectLst/>
                <a:uFillTx/>
                <a:latin typeface="Times New Roman"/>
              </a:defRPr>
            </a:lvl1pPr>
          </a:lstStyle>
          <a:p>
            <a:pPr indent="0" algn="ctr">
              <a:lnSpc>
                <a:spcPct val="100000"/>
              </a:lnSpc>
              <a:buNone/>
              <a:tabLst>
                <a:tab algn="l" pos="0"/>
              </a:tabLst>
            </a:pPr>
            <a:r>
              <a:rPr lang="en-IN" sz="1400" b="0" u="none" strike="noStrike">
                <a:solidFill>
                  <a:srgbClr val="000000"/>
                </a:solidFill>
                <a:effectLst/>
                <a:uFillTx/>
                <a:latin typeface="Times New Roman"/>
              </a:rPr>
              <a:t>&lt;footer&gt;</a:t>
            </a:r>
            <a:endParaRPr lang="en-IN" sz="1400" b="0" u="none" strike="noStrike">
              <a:solidFill>
                <a:srgbClr val="000000"/>
              </a:solidFill>
              <a:effectLst/>
              <a:uFillTx/>
              <a:latin typeface="Times New Roman"/>
            </a:endParaRPr>
          </a:p>
        </p:txBody>
      </p:sp>
      <p:sp>
        <p:nvSpPr>
          <p:cNvPr id="54" name="PlaceHolder 6"/>
          <p:cNvSpPr>
            <a:spLocks noGrp="1"/>
          </p:cNvSpPr>
          <p:nvPr>
            <p:ph type="sldNum" idx="30"/>
          </p:nvPr>
        </p:nvSpPr>
        <p:spPr>
          <a:xfrm>
            <a:off x="8610480" y="6356520"/>
            <a:ext cx="2742480" cy="364320"/>
          </a:xfrm>
          <a:prstGeom prst="rect">
            <a:avLst/>
          </a:prstGeom>
          <a:noFill/>
          <a:ln w="0">
            <a:noFill/>
          </a:ln>
        </p:spPr>
        <p:txBody>
          <a:bodyPr lIns="91440" rIns="91440" tIns="45720" bIns="45720" anchor="ctr">
            <a:noAutofit/>
          </a:bodyPr>
          <a:lstStyle>
            <a:lvl1pPr indent="0" algn="r">
              <a:lnSpc>
                <a:spcPct val="100000"/>
              </a:lnSpc>
              <a:buNone/>
              <a:tabLst>
                <a:tab algn="l" pos="0"/>
              </a:tabLst>
              <a:defRPr lang="en-US" sz="1200" b="0" u="none" strike="noStrike">
                <a:solidFill>
                  <a:srgbClr val="888888"/>
                </a:solidFill>
                <a:effectLst/>
                <a:uFillTx/>
                <a:latin typeface="Calibri"/>
                <a:ea typeface="Calibri"/>
              </a:defRPr>
            </a:lvl1pPr>
          </a:lstStyle>
          <a:p>
            <a:pPr indent="0" algn="r">
              <a:lnSpc>
                <a:spcPct val="100000"/>
              </a:lnSpc>
              <a:buNone/>
              <a:tabLst>
                <a:tab algn="l" pos="0"/>
              </a:tabLst>
            </a:pPr>
            <a:fld id="{828150CC-2BE7-42EA-B6D8-37E79A0651D1}" type="slidenum">
              <a:rPr lang="en-US" sz="1200" b="0" u="none" strike="noStrike">
                <a:solidFill>
                  <a:srgbClr val="888888"/>
                </a:solidFill>
                <a:effectLst/>
                <a:uFillTx/>
                <a:latin typeface="Calibri"/>
                <a:ea typeface="Calibri"/>
              </a:rPr>
              <a:t>&lt;number&gt;</a:t>
            </a:fld>
            <a:endParaRPr lang="en-IN"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hyperlink" Target="https://github.com/Kartik-7813/research-agent" TargetMode="External"/><Relationship Id="rId2"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831960" y="1709640"/>
            <a:ext cx="10514880" cy="2851920"/>
          </a:xfrm>
          <a:prstGeom prst="rect">
            <a:avLst/>
          </a:prstGeom>
          <a:noFill/>
          <a:ln w="0">
            <a:noFill/>
          </a:ln>
        </p:spPr>
        <p:txBody>
          <a:bodyPr lIns="91440" rIns="91440" tIns="45720" bIns="45720" anchor="b">
            <a:normAutofit lnSpcReduction="9999"/>
          </a:bodyPr>
          <a:p>
            <a:pPr indent="0" algn="ctr">
              <a:lnSpc>
                <a:spcPct val="90000"/>
              </a:lnSpc>
              <a:buNone/>
              <a:tabLst>
                <a:tab algn="l" pos="0"/>
              </a:tabLst>
            </a:pPr>
            <a:r>
              <a:rPr lang="en-US" sz="6600" b="1" u="none" strike="noStrike">
                <a:solidFill>
                  <a:schemeClr val="dk1"/>
                </a:solidFill>
                <a:effectLst/>
                <a:uFillTx/>
                <a:latin typeface="Calibri"/>
                <a:ea typeface="Calibri"/>
              </a:rPr>
              <a:t>IBM University Engagement Project Submission</a:t>
            </a:r>
            <a:br>
              <a:rPr sz="6600"/>
            </a:br>
            <a:endParaRPr lang="en-IN" sz="6600" b="0" u="none" strike="noStrike">
              <a:solidFill>
                <a:srgbClr val="000000"/>
              </a:solidFill>
              <a:effectLst/>
              <a:uFillTx/>
              <a:latin typeface="Arial"/>
            </a:endParaRPr>
          </a:p>
        </p:txBody>
      </p:sp>
      <p:sp>
        <p:nvSpPr>
          <p:cNvPr id="56" name="PlaceHolder 2"/>
          <p:cNvSpPr>
            <a:spLocks noGrp="1"/>
          </p:cNvSpPr>
          <p:nvPr>
            <p:ph/>
          </p:nvPr>
        </p:nvSpPr>
        <p:spPr>
          <a:xfrm>
            <a:off x="1014840" y="3903840"/>
            <a:ext cx="10514880" cy="1499400"/>
          </a:xfrm>
          <a:prstGeom prst="rect">
            <a:avLst/>
          </a:prstGeom>
          <a:noFill/>
          <a:ln w="0">
            <a:noFill/>
          </a:ln>
        </p:spPr>
        <p:txBody>
          <a:bodyPr lIns="91440" rIns="91440" tIns="45720" bIns="45720" anchor="t">
            <a:noAutofit/>
          </a:bodyPr>
          <a:p>
            <a:pPr marL="457200" indent="-228600" algn="ctr">
              <a:lnSpc>
                <a:spcPct val="90000"/>
              </a:lnSpc>
              <a:spcBef>
                <a:spcPts val="1001"/>
              </a:spcBef>
              <a:buNone/>
              <a:tabLst>
                <a:tab algn="l" pos="0"/>
              </a:tabLst>
            </a:pPr>
            <a:r>
              <a:rPr lang="en-US" sz="2400" b="1" i="1" u="none" strike="noStrike">
                <a:solidFill>
                  <a:schemeClr val="dk1"/>
                </a:solidFill>
                <a:effectLst/>
                <a:uFillTx/>
                <a:latin typeface="Calibri"/>
                <a:ea typeface="Calibri"/>
              </a:rPr>
              <a:t>“Exploring the Power of Agentic AI with IBM Granite and LangFlow”</a:t>
            </a:r>
            <a:endParaRPr lang="en-IN"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Google Shape;92;p2"/>
          <p:cNvSpPr/>
          <p:nvPr/>
        </p:nvSpPr>
        <p:spPr>
          <a:xfrm>
            <a:off x="690480" y="4425480"/>
            <a:ext cx="10794960" cy="198360"/>
          </a:xfrm>
          <a:prstGeom prst="rect">
            <a:avLst/>
          </a:prstGeom>
          <a:noFill/>
          <a:ln w="0">
            <a:noFill/>
          </a:ln>
        </p:spPr>
        <p:style>
          <a:lnRef idx="0"/>
          <a:fillRef idx="0"/>
          <a:effectRef idx="0"/>
          <a:fontRef idx="minor"/>
        </p:style>
        <p:txBody>
          <a:bodyPr lIns="0" rIns="0" tIns="0" bIns="0" anchor="t">
            <a:noAutofit/>
          </a:bodyPr>
          <a:p>
            <a:pPr>
              <a:lnSpc>
                <a:spcPct val="160000"/>
              </a:lnSpc>
              <a:tabLst>
                <a:tab algn="l" pos="0"/>
              </a:tabLst>
            </a:pPr>
            <a:endParaRPr lang="en-IN" sz="1500" b="0" u="none" strike="noStrike">
              <a:solidFill>
                <a:schemeClr val="dk1"/>
              </a:solidFill>
              <a:effectLst/>
              <a:uFillTx/>
              <a:latin typeface="Times New Roman"/>
              <a:ea typeface="Times New Roman"/>
            </a:endParaRPr>
          </a:p>
        </p:txBody>
      </p:sp>
      <p:sp>
        <p:nvSpPr>
          <p:cNvPr id="58" name="Google Shape;95;p2"/>
          <p:cNvSpPr/>
          <p:nvPr/>
        </p:nvSpPr>
        <p:spPr>
          <a:xfrm>
            <a:off x="1102320" y="1174680"/>
            <a:ext cx="7425720" cy="450720"/>
          </a:xfrm>
          <a:prstGeom prst="rect">
            <a:avLst/>
          </a:prstGeom>
          <a:noFill/>
          <a:ln w="0">
            <a:noFill/>
          </a:ln>
        </p:spPr>
        <p:style>
          <a:lnRef idx="0"/>
          <a:fillRef idx="0"/>
          <a:effectRef idx="0"/>
          <a:fontRef idx="minor"/>
        </p:style>
        <p:txBody>
          <a:bodyPr lIns="90000" rIns="90000" tIns="45000" bIns="45000" anchor="ctr">
            <a:noAutofit/>
          </a:bodyPr>
          <a:p>
            <a:pPr algn="ctr">
              <a:lnSpc>
                <a:spcPct val="90000"/>
              </a:lnSpc>
              <a:tabLst>
                <a:tab algn="l" pos="0"/>
              </a:tabLst>
            </a:pPr>
            <a:endParaRPr lang="en-IN" sz="3200" b="1" u="none" strike="noStrike">
              <a:solidFill>
                <a:srgbClr val="002060"/>
              </a:solidFill>
              <a:effectLst/>
              <a:uFillTx/>
              <a:latin typeface="Times New Roman"/>
              <a:ea typeface="Times New Roman"/>
            </a:endParaRPr>
          </a:p>
        </p:txBody>
      </p:sp>
      <p:graphicFrame>
        <p:nvGraphicFramePr>
          <p:cNvPr id="59" name="Google Shape;96;p2"/>
          <p:cNvGraphicFramePr/>
          <p:nvPr/>
        </p:nvGraphicFramePr>
        <p:xfrm>
          <a:off x="1299240" y="2600280"/>
          <a:ext cx="9394200" cy="2166840"/>
        </p:xfrm>
        <a:graphic>
          <a:graphicData uri="http://schemas.openxmlformats.org/drawingml/2006/table">
            <a:tbl>
              <a:tblPr/>
              <a:tblGrid>
                <a:gridCol w="2306880"/>
                <a:gridCol w="2463120"/>
                <a:gridCol w="2304000"/>
                <a:gridCol w="2320560"/>
              </a:tblGrid>
              <a:tr h="973080">
                <a:tc>
                  <a:txBody>
                    <a:bodyPr anchor="ctr">
                      <a:noAutofit/>
                    </a:bodyPr>
                    <a:p>
                      <a:pPr algn="ctr">
                        <a:lnSpc>
                          <a:spcPct val="100000"/>
                        </a:lnSpc>
                        <a:tabLst>
                          <a:tab algn="l" pos="0"/>
                        </a:tabLst>
                      </a:pPr>
                      <a:r>
                        <a:rPr lang="en-US" sz="1800" b="0" u="none" strike="noStrike">
                          <a:solidFill>
                            <a:srgbClr val="000000"/>
                          </a:solidFill>
                          <a:effectLst/>
                          <a:uFillTx/>
                          <a:latin typeface="Arial"/>
                          <a:ea typeface="Arial"/>
                        </a:rPr>
                        <a:t>Student Name</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algn="l" pos="0"/>
                        </a:tabLst>
                      </a:pPr>
                      <a:r>
                        <a:rPr lang="en-US" sz="1800" b="0" u="none" strike="noStrike">
                          <a:solidFill>
                            <a:srgbClr val="000000"/>
                          </a:solidFill>
                          <a:effectLst/>
                          <a:uFillTx/>
                          <a:latin typeface="Arial"/>
                          <a:ea typeface="Arial"/>
                        </a:rPr>
                        <a:t>Recent Passport Photo</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algn="l" pos="0"/>
                        </a:tabLst>
                      </a:pPr>
                      <a:r>
                        <a:rPr lang="en-US" sz="1800" b="0" u="none" strike="noStrike">
                          <a:solidFill>
                            <a:srgbClr val="000000"/>
                          </a:solidFill>
                          <a:effectLst/>
                          <a:uFillTx/>
                          <a:latin typeface="Arial"/>
                          <a:ea typeface="Calibri"/>
                        </a:rPr>
                        <a:t>Email ID </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c>
                  <a:txBody>
                    <a:bodyPr anchor="ctr">
                      <a:noAutofit/>
                    </a:bodyPr>
                    <a:p>
                      <a:pPr algn="ctr">
                        <a:lnSpc>
                          <a:spcPct val="100000"/>
                        </a:lnSpc>
                        <a:tabLst>
                          <a:tab algn="l" pos="0"/>
                        </a:tabLst>
                      </a:pPr>
                      <a:r>
                        <a:rPr lang="en-US" sz="1800" b="0" u="none" strike="noStrike">
                          <a:solidFill>
                            <a:srgbClr val="000000"/>
                          </a:solidFill>
                          <a:effectLst/>
                          <a:uFillTx/>
                          <a:latin typeface="Arial"/>
                          <a:ea typeface="Calibri"/>
                        </a:rPr>
                        <a:t>Mobile number</a:t>
                      </a:r>
                      <a:endParaRPr lang="en-IN" sz="1800" b="0" u="none" strike="noStrike">
                        <a:solidFill>
                          <a:srgbClr val="ffffff"/>
                        </a:solidFill>
                        <a:effectLst/>
                        <a:uFillTx/>
                        <a:latin typeface="Arial"/>
                      </a:endParaRPr>
                    </a:p>
                    <a:p>
                      <a:pPr algn="ctr">
                        <a:lnSpc>
                          <a:spcPct val="100000"/>
                        </a:lnSpc>
                        <a:tabLst>
                          <a:tab algn="l" pos="0"/>
                        </a:tabLst>
                      </a:pPr>
                      <a:r>
                        <a:rPr lang="en-US" sz="1800" b="0" u="none" strike="noStrike">
                          <a:solidFill>
                            <a:srgbClr val="000000"/>
                          </a:solidFill>
                          <a:effectLst/>
                          <a:uFillTx/>
                          <a:latin typeface="Arial"/>
                          <a:ea typeface="Calibri"/>
                        </a:rPr>
                        <a:t>[WhatsApp] </a:t>
                      </a:r>
                      <a:endParaRPr lang="en-IN" sz="1800" b="0" u="none" strike="noStrike">
                        <a:solidFill>
                          <a:srgbClr val="ffffff"/>
                        </a:solidFill>
                        <a:effectLst/>
                        <a:uFillTx/>
                        <a:latin typeface="Arial"/>
                      </a:endParaRPr>
                    </a:p>
                  </a:txBody>
                  <a:tcPr anchor="ctr"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5b9bd5"/>
                    </a:solidFill>
                  </a:tcPr>
                </a:tc>
              </a:tr>
              <a:tr h="1566000">
                <a:tc>
                  <a:txBody>
                    <a:bodyPr anchor="t">
                      <a:noAutofit/>
                    </a:bodyPr>
                    <a:p>
                      <a:r>
                        <a:rPr lang="en-IN" sz="1400" b="0" u="none" strike="noStrike">
                          <a:solidFill>
                            <a:srgbClr val="000000"/>
                          </a:solidFill>
                          <a:effectLst/>
                          <a:uFillTx/>
                          <a:latin typeface="Arial"/>
                        </a:rPr>
                        <a:t>Kartik Kamlesh Chinchole</a:t>
                      </a:r>
                      <a:endParaRPr lang="en-IN" sz="1400" b="0" u="none" strike="noStrike">
                        <a:solidFill>
                          <a:srgbClr val="000000"/>
                        </a:solidFill>
                        <a:effectLst/>
                        <a:uFillTx/>
                        <a:latin typeface="Arial"/>
                        <a:ea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endParaRPr lang="en-IN" sz="1800" b="0" u="none" strike="noStrike">
                        <a:solidFill>
                          <a:srgbClr val="000000"/>
                        </a:solidFill>
                        <a:effectLst/>
                        <a:uFillTx/>
                        <a:latin typeface="Arial"/>
                        <a:ea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r>
                        <a:rPr lang="en-IN" sz="1400" b="0" u="none" strike="noStrike">
                          <a:solidFill>
                            <a:srgbClr val="000000"/>
                          </a:solidFill>
                          <a:effectLst/>
                          <a:uFillTx/>
                          <a:latin typeface="Arial"/>
                        </a:rPr>
                        <a:t>kartikchinchole47@gmail.com</a:t>
                      </a:r>
                      <a:endParaRPr lang="en-IN" sz="1400" b="0" u="none" strike="noStrike">
                        <a:solidFill>
                          <a:srgbClr val="000000"/>
                        </a:solidFill>
                        <a:effectLst/>
                        <a:uFillTx/>
                        <a:latin typeface="Arial"/>
                        <a:ea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c>
                  <a:txBody>
                    <a:bodyPr anchor="t">
                      <a:noAutofit/>
                    </a:bodyPr>
                    <a:p>
                      <a:r>
                        <a:rPr lang="en-IN" sz="1400" b="0" u="none" strike="noStrike">
                          <a:solidFill>
                            <a:srgbClr val="000000"/>
                          </a:solidFill>
                          <a:effectLst/>
                          <a:uFillTx/>
                          <a:latin typeface="Arial"/>
                        </a:rPr>
                        <a:t>9405443587</a:t>
                      </a:r>
                      <a:endParaRPr lang="en-IN" sz="1400" b="0" u="none" strike="noStrike">
                        <a:solidFill>
                          <a:srgbClr val="000000"/>
                        </a:solidFill>
                        <a:effectLst/>
                        <a:uFillTx/>
                        <a:latin typeface="Arial"/>
                        <a:ea typeface="Arial"/>
                      </a:endParaRPr>
                    </a:p>
                  </a:txBody>
                  <a:tcPr anchor="t" marL="91440" marR="91440" marT="45720" marB="4572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d0deef"/>
                    </a:solidFill>
                  </a:tcPr>
                </a:tc>
              </a:tr>
            </a:tbl>
          </a:graphicData>
        </a:graphic>
      </p:graphicFrame>
      <p:sp>
        <p:nvSpPr>
          <p:cNvPr id="60" name="TextBox 3"/>
          <p:cNvSpPr/>
          <p:nvPr/>
        </p:nvSpPr>
        <p:spPr>
          <a:xfrm>
            <a:off x="1206000" y="1314360"/>
            <a:ext cx="102794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2600" b="1" u="none" strike="noStrike">
                <a:solidFill>
                  <a:srgbClr val="000000"/>
                </a:solidFill>
                <a:effectLst/>
                <a:uFillTx/>
                <a:latin typeface="Arial"/>
                <a:ea typeface="Arial"/>
              </a:rPr>
              <a:t>Domain of  Project : Education</a:t>
            </a:r>
            <a:endParaRPr lang="en-IN" sz="2600" b="0" u="none" strike="noStrike">
              <a:solidFill>
                <a:srgbClr val="000000"/>
              </a:solidFill>
              <a:effectLst/>
              <a:uFillTx/>
              <a:latin typeface="Arial"/>
            </a:endParaRPr>
          </a:p>
        </p:txBody>
      </p:sp>
      <p:sp>
        <p:nvSpPr>
          <p:cNvPr id="61" name="TextBox 6"/>
          <p:cNvSpPr/>
          <p:nvPr/>
        </p:nvSpPr>
        <p:spPr>
          <a:xfrm>
            <a:off x="1206000" y="551880"/>
            <a:ext cx="958032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2600" b="1" u="none" strike="noStrike">
                <a:solidFill>
                  <a:srgbClr val="000000"/>
                </a:solidFill>
                <a:effectLst/>
                <a:uFillTx/>
                <a:latin typeface="Arial"/>
                <a:ea typeface="Arial"/>
              </a:rPr>
              <a:t>Project Tile : Research Companion</a:t>
            </a:r>
            <a:endParaRPr lang="en-IN" sz="2600" b="0" u="none" strike="noStrike">
              <a:solidFill>
                <a:srgbClr val="000000"/>
              </a:solidFill>
              <a:effectLst/>
              <a:uFillTx/>
              <a:latin typeface="Arial"/>
            </a:endParaRPr>
          </a:p>
        </p:txBody>
      </p:sp>
      <p:sp>
        <p:nvSpPr>
          <p:cNvPr id="62" name="TextBox 2"/>
          <p:cNvSpPr/>
          <p:nvPr/>
        </p:nvSpPr>
        <p:spPr>
          <a:xfrm>
            <a:off x="1211040" y="5210640"/>
            <a:ext cx="6455880" cy="16304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nSpc>
                <a:spcPct val="100000"/>
              </a:lnSpc>
            </a:pPr>
            <a:endParaRPr lang="en-IN" sz="1800" b="0" u="none" strike="noStrike">
              <a:solidFill>
                <a:srgbClr val="000000"/>
              </a:solidFill>
              <a:effectLst/>
              <a:uFillTx/>
              <a:latin typeface="Arial"/>
            </a:endParaRPr>
          </a:p>
        </p:txBody>
      </p:sp>
      <p:pic>
        <p:nvPicPr>
          <p:cNvPr id="63" name=""/>
          <p:cNvPicPr/>
          <p:nvPr/>
        </p:nvPicPr>
        <p:blipFill>
          <a:blip r:embed="rId1"/>
          <a:stretch/>
        </p:blipFill>
        <p:spPr>
          <a:xfrm>
            <a:off x="4242960" y="3747600"/>
            <a:ext cx="1157040" cy="12672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TextBox 1"/>
          <p:cNvSpPr/>
          <p:nvPr/>
        </p:nvSpPr>
        <p:spPr>
          <a:xfrm>
            <a:off x="576000" y="1080000"/>
            <a:ext cx="10606320" cy="59349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1400" b="1" u="none" strike="noStrike">
                <a:solidFill>
                  <a:srgbClr val="000000"/>
                </a:solidFill>
                <a:effectLst/>
                <a:uFillTx/>
                <a:latin typeface="Arial"/>
                <a:ea typeface="Arial"/>
              </a:rPr>
              <a:t>Problem Statement : Research Agent   </a:t>
            </a:r>
            <a:r>
              <a:rPr lang="en-US"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The Challenge</a:t>
            </a:r>
            <a:r>
              <a:rPr lang="en-US"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a:p>
            <a:pPr>
              <a:lnSpc>
                <a:spcPct val="100000"/>
              </a:lnSpc>
              <a:spcBef>
                <a:spcPts val="1191"/>
              </a:spcBef>
              <a:spcAft>
                <a:spcPts val="992"/>
              </a:spcAft>
            </a:pPr>
            <a:r>
              <a:rPr lang="en-US" sz="1400" b="0" u="none" strike="noStrike">
                <a:solidFill>
                  <a:srgbClr val="000000"/>
                </a:solidFill>
                <a:effectLst/>
                <a:uFillTx/>
                <a:latin typeface="Arial"/>
                <a:ea typeface="Arial"/>
              </a:rPr>
              <a:t>Researchers, students, and professionals often deal with scattered academic papers, technical articles, and experimental data spread across multiple platforms. Filtering relevant knowledge, summarizing insights, and keeping track of the latest developments is time-consuming and inefficient. The challenge is not just to collect references but to </a:t>
            </a:r>
            <a:r>
              <a:rPr lang="en-US" sz="1400" b="1" u="none" strike="noStrike">
                <a:solidFill>
                  <a:srgbClr val="000000"/>
                </a:solidFill>
                <a:effectLst/>
                <a:uFillTx/>
                <a:latin typeface="Arial"/>
                <a:ea typeface="Arial"/>
              </a:rPr>
              <a:t>synthesize, analyze, and generate actionable research insights</a:t>
            </a:r>
            <a:r>
              <a:rPr lang="en-US" sz="1400" b="0" u="none" strike="noStrike">
                <a:solidFill>
                  <a:srgbClr val="000000"/>
                </a:solidFill>
                <a:effectLst/>
                <a:uFillTx/>
                <a:latin typeface="Arial"/>
                <a:ea typeface="Arial"/>
              </a:rPr>
              <a:t> in real time. </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r>
              <a:rPr lang="en-US" sz="1400" b="1" u="none" strike="noStrike">
                <a:solidFill>
                  <a:srgbClr val="000000"/>
                </a:solidFill>
                <a:effectLst/>
                <a:uFillTx/>
                <a:latin typeface="Arial"/>
                <a:ea typeface="Arial"/>
              </a:rPr>
              <a:t>The Objective</a:t>
            </a:r>
            <a:r>
              <a:rPr lang="en-US" sz="1400" b="0" u="none" strike="noStrike">
                <a:solidFill>
                  <a:srgbClr val="000000"/>
                </a:solidFill>
                <a:effectLst/>
                <a:uFillTx/>
                <a:latin typeface="Arial"/>
                <a:ea typeface="Arial"/>
              </a:rPr>
              <a:t> </a:t>
            </a:r>
            <a:endParaRPr lang="en-IN" sz="1400" b="0" u="none" strike="noStrike">
              <a:solidFill>
                <a:srgbClr val="000000"/>
              </a:solidFill>
              <a:effectLst/>
              <a:uFillTx/>
              <a:latin typeface="Arial"/>
            </a:endParaRPr>
          </a:p>
          <a:p>
            <a:pPr>
              <a:lnSpc>
                <a:spcPct val="100000"/>
              </a:lnSpc>
              <a:spcBef>
                <a:spcPts val="1191"/>
              </a:spcBef>
              <a:spcAft>
                <a:spcPts val="992"/>
              </a:spcAft>
            </a:pPr>
            <a:r>
              <a:rPr lang="en-US" sz="1400" b="0" u="none" strike="noStrike">
                <a:solidFill>
                  <a:srgbClr val="000000"/>
                </a:solidFill>
                <a:effectLst/>
                <a:uFillTx/>
                <a:latin typeface="Arial"/>
                <a:ea typeface="Arial"/>
              </a:rPr>
              <a:t>Build an </a:t>
            </a:r>
            <a:r>
              <a:rPr lang="en-US" sz="1400" b="1" u="none" strike="noStrike">
                <a:solidFill>
                  <a:srgbClr val="000000"/>
                </a:solidFill>
                <a:effectLst/>
                <a:uFillTx/>
                <a:latin typeface="Arial"/>
                <a:ea typeface="Arial"/>
              </a:rPr>
              <a:t>agentic AI application</a:t>
            </a:r>
            <a:r>
              <a:rPr lang="en-US" sz="1400" b="0" u="none" strike="noStrike">
                <a:solidFill>
                  <a:srgbClr val="000000"/>
                </a:solidFill>
                <a:effectLst/>
                <a:uFillTx/>
                <a:latin typeface="Arial"/>
                <a:ea typeface="Arial"/>
              </a:rPr>
              <a:t> that acts as an intelligent research companion. The solution should: </a:t>
            </a:r>
            <a:endParaRPr lang="en-IN" sz="14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Arial"/>
              <a:buChar char="●"/>
            </a:pPr>
            <a:r>
              <a:rPr lang="en-US" sz="1400" b="0" u="none" strike="noStrike">
                <a:solidFill>
                  <a:srgbClr val="000000"/>
                </a:solidFill>
                <a:effectLst/>
                <a:uFillTx/>
                <a:latin typeface="Arial"/>
                <a:ea typeface="Arial"/>
              </a:rPr>
              <a:t>Fuse Academic Sources: Aggregate data from research papers, journals, preprints, and knowledge repositories, then synthesize them into clear, concise literature reviews. </a:t>
            </a:r>
            <a:endParaRPr lang="en-IN" sz="14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Arial"/>
              <a:buChar char="●"/>
            </a:pPr>
            <a:r>
              <a:rPr lang="en-US" sz="1400" b="0" u="none" strike="noStrike">
                <a:solidFill>
                  <a:srgbClr val="000000"/>
                </a:solidFill>
                <a:effectLst/>
                <a:uFillTx/>
                <a:latin typeface="Arial"/>
                <a:ea typeface="Arial"/>
              </a:rPr>
              <a:t>Enable Multimodal Research Input: Accept user queries, notes, charts, or even PDFs, and convert them into structured insights, references, and summaries. </a:t>
            </a:r>
            <a:endParaRPr lang="en-IN" sz="14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Arial"/>
              <a:buChar char="●"/>
            </a:pPr>
            <a:r>
              <a:rPr lang="en-US" sz="1400" b="0" u="none" strike="noStrike">
                <a:solidFill>
                  <a:srgbClr val="000000"/>
                </a:solidFill>
                <a:effectLst/>
                <a:uFillTx/>
                <a:latin typeface="Arial"/>
                <a:ea typeface="Arial"/>
              </a:rPr>
              <a:t>Create a Predictive &amp; Agentic Layer: Highlight emerging trends, detect citation gaps, and predict promising directions for future research in a given domain. </a:t>
            </a:r>
            <a:endParaRPr lang="en-IN" sz="14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Arial"/>
              <a:buChar char="●"/>
            </a:pPr>
            <a:r>
              <a:rPr lang="en-US" sz="1400" b="0" u="none" strike="noStrike">
                <a:solidFill>
                  <a:srgbClr val="000000"/>
                </a:solidFill>
                <a:effectLst/>
                <a:uFillTx/>
                <a:latin typeface="Arial"/>
                <a:ea typeface="Arial"/>
              </a:rPr>
              <a:t>Visualize Research Insights: Provide an interactive dashboard with topic clusters, citation maps, sentiment/trend analysis, and concise knowledge graphs. </a:t>
            </a: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p:txBody>
      </p:sp>
      <p:sp>
        <p:nvSpPr>
          <p:cNvPr id="65" name="TextBox 2"/>
          <p:cNvSpPr/>
          <p:nvPr/>
        </p:nvSpPr>
        <p:spPr>
          <a:xfrm>
            <a:off x="576000" y="438840"/>
            <a:ext cx="7214040" cy="485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2600" b="1" u="none" strike="noStrike">
                <a:solidFill>
                  <a:srgbClr val="000000"/>
                </a:solidFill>
                <a:effectLst/>
                <a:uFillTx/>
                <a:latin typeface="Arial"/>
                <a:ea typeface="Arial"/>
              </a:rPr>
              <a:t>Problem Statement </a:t>
            </a:r>
            <a:endParaRPr lang="en-IN" sz="2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TextBox 1"/>
          <p:cNvSpPr/>
          <p:nvPr/>
        </p:nvSpPr>
        <p:spPr>
          <a:xfrm>
            <a:off x="592920" y="652320"/>
            <a:ext cx="10606320" cy="71276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endParaRPr lang="en-IN" sz="1400" b="0" u="none" strike="noStrike">
              <a:solidFill>
                <a:srgbClr val="000000"/>
              </a:solidFill>
              <a:effectLst/>
              <a:uFillTx/>
              <a:latin typeface="Arial"/>
            </a:endParaRPr>
          </a:p>
          <a:p>
            <a:pPr>
              <a:lnSpc>
                <a:spcPct val="100000"/>
              </a:lnSpc>
              <a:spcBef>
                <a:spcPts val="1191"/>
              </a:spcBef>
              <a:spcAft>
                <a:spcPts val="992"/>
              </a:spcAft>
            </a:pPr>
            <a:r>
              <a:rPr lang="en-US" sz="1600" b="0" u="none" strike="noStrike">
                <a:solidFill>
                  <a:srgbClr val="000000"/>
                </a:solidFill>
                <a:effectLst/>
                <a:uFillTx/>
                <a:latin typeface="Arial"/>
                <a:ea typeface="Arial"/>
              </a:rPr>
              <a:t>AI Research Companion is an intelligent research assistant built using IBM watsonx Orchestrate that helps researchers, students, and professionals quickly understand research topics without manually reading numerous documents.</a:t>
            </a:r>
            <a:endParaRPr lang="en-IN" sz="1600" b="0" u="none" strike="noStrike">
              <a:solidFill>
                <a:srgbClr val="000000"/>
              </a:solidFill>
              <a:effectLst/>
              <a:uFillTx/>
              <a:latin typeface="Arial"/>
            </a:endParaRPr>
          </a:p>
          <a:p>
            <a:pPr>
              <a:lnSpc>
                <a:spcPct val="100000"/>
              </a:lnSpc>
              <a:spcBef>
                <a:spcPts val="1191"/>
              </a:spcBef>
              <a:spcAft>
                <a:spcPts val="992"/>
              </a:spcAft>
            </a:pPr>
            <a:r>
              <a:rPr lang="en-US" sz="1600" b="0" u="none" strike="noStrike">
                <a:solidFill>
                  <a:srgbClr val="000000"/>
                </a:solidFill>
                <a:effectLst/>
                <a:uFillTx/>
                <a:latin typeface="Arial"/>
                <a:ea typeface="Arial"/>
              </a:rPr>
              <a:t>The solution uses a curated knowledge base of academic papers and technical documentation. When a user asks a research-related question, the agent searches the uploaded knowledge base, retrieves the most relevant information, and automatically generates structured research insights.</a:t>
            </a:r>
            <a:endParaRPr lang="en-IN" sz="1600" b="0" u="none" strike="noStrike">
              <a:solidFill>
                <a:srgbClr val="000000"/>
              </a:solidFill>
              <a:effectLst/>
              <a:uFillTx/>
              <a:latin typeface="Arial"/>
            </a:endParaRPr>
          </a:p>
          <a:p>
            <a:pPr>
              <a:lnSpc>
                <a:spcPct val="100000"/>
              </a:lnSpc>
              <a:spcBef>
                <a:spcPts val="1191"/>
              </a:spcBef>
              <a:spcAft>
                <a:spcPts val="992"/>
              </a:spcAft>
            </a:pPr>
            <a:r>
              <a:rPr lang="en-US" sz="1600" b="0" u="none" strike="noStrike">
                <a:solidFill>
                  <a:srgbClr val="000000"/>
                </a:solidFill>
                <a:effectLst/>
                <a:uFillTx/>
                <a:latin typeface="Arial"/>
                <a:ea typeface="Arial"/>
              </a:rPr>
              <a:t>The system provides:</a:t>
            </a:r>
            <a:endParaRPr lang="en-IN" sz="16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Arial"/>
              <a:buChar char="●"/>
            </a:pPr>
            <a:r>
              <a:rPr lang="en-US" sz="1600" b="0" u="none" strike="noStrike">
                <a:solidFill>
                  <a:srgbClr val="000000"/>
                </a:solidFill>
                <a:effectLst/>
                <a:uFillTx/>
                <a:latin typeface="Arial"/>
                <a:ea typeface="Arial"/>
              </a:rPr>
              <a:t>Retrieval of relevant research documents from the knowledge base.</a:t>
            </a:r>
            <a:endParaRPr lang="en-IN" sz="16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Arial"/>
              <a:buChar char="●"/>
            </a:pPr>
            <a:r>
              <a:rPr lang="en-US" sz="1600" b="0" u="none" strike="noStrike">
                <a:solidFill>
                  <a:srgbClr val="000000"/>
                </a:solidFill>
                <a:effectLst/>
                <a:uFillTx/>
                <a:latin typeface="Arial"/>
                <a:ea typeface="Arial"/>
              </a:rPr>
              <a:t>Concise literature reviews based on retrieved information.</a:t>
            </a:r>
            <a:endParaRPr lang="en-IN" sz="16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Arial"/>
              <a:buChar char="●"/>
            </a:pPr>
            <a:r>
              <a:rPr lang="en-US" sz="1600" b="0" u="none" strike="noStrike">
                <a:solidFill>
                  <a:srgbClr val="000000"/>
                </a:solidFill>
                <a:effectLst/>
                <a:uFillTx/>
                <a:latin typeface="Arial"/>
                <a:ea typeface="Arial"/>
              </a:rPr>
              <a:t>Extraction of key findings and common research themes.</a:t>
            </a:r>
            <a:endParaRPr lang="en-IN" sz="16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Arial"/>
              <a:buChar char="●"/>
            </a:pPr>
            <a:r>
              <a:rPr lang="en-US" sz="1600" b="0" u="none" strike="noStrike">
                <a:solidFill>
                  <a:srgbClr val="000000"/>
                </a:solidFill>
                <a:effectLst/>
                <a:uFillTx/>
                <a:latin typeface="Arial"/>
                <a:ea typeface="Arial"/>
              </a:rPr>
              <a:t>Suggestions for future research directions.</a:t>
            </a:r>
            <a:endParaRPr lang="en-IN" sz="16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Arial"/>
              <a:buChar char="●"/>
            </a:pPr>
            <a:r>
              <a:rPr lang="en-US" sz="1600" b="0" u="none" strike="noStrike">
                <a:solidFill>
                  <a:srgbClr val="000000"/>
                </a:solidFill>
                <a:effectLst/>
                <a:uFillTx/>
                <a:latin typeface="Arial"/>
                <a:ea typeface="Arial"/>
              </a:rPr>
              <a:t>A simple and interactive web interface built using IBM BOB with an embedded IBM watsonx Orchestrate agent.</a:t>
            </a:r>
            <a:endParaRPr lang="en-IN" sz="1600" b="0" u="none" strike="noStrike">
              <a:solidFill>
                <a:srgbClr val="000000"/>
              </a:solidFill>
              <a:effectLst/>
              <a:uFillTx/>
              <a:latin typeface="Arial"/>
            </a:endParaRPr>
          </a:p>
          <a:p>
            <a:pPr>
              <a:lnSpc>
                <a:spcPct val="100000"/>
              </a:lnSpc>
              <a:spcBef>
                <a:spcPts val="1191"/>
              </a:spcBef>
              <a:spcAft>
                <a:spcPts val="992"/>
              </a:spcAft>
            </a:pPr>
            <a:r>
              <a:rPr lang="en-US" sz="1600" b="0" u="none" strike="noStrike">
                <a:solidFill>
                  <a:srgbClr val="000000"/>
                </a:solidFill>
                <a:effectLst/>
                <a:uFillTx/>
                <a:latin typeface="Arial"/>
                <a:ea typeface="Arial"/>
              </a:rPr>
              <a:t>This significantly reduces the time required to search, read, and summarize technical research while providing users with organized and actionable insights.</a:t>
            </a:r>
            <a:endParaRPr lang="en-IN" sz="1600" b="0" u="none" strike="noStrike">
              <a:solidFill>
                <a:srgbClr val="000000"/>
              </a:solidFill>
              <a:effectLst/>
              <a:uFillTx/>
              <a:latin typeface="Arial"/>
            </a:endParaRPr>
          </a:p>
          <a:p>
            <a:pPr>
              <a:lnSpc>
                <a:spcPct val="100000"/>
              </a:lnSpc>
              <a:spcBef>
                <a:spcPts val="1191"/>
              </a:spcBef>
              <a:spcAft>
                <a:spcPts val="992"/>
              </a:spcAft>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a:p>
            <a:pPr>
              <a:lnSpc>
                <a:spcPct val="100000"/>
              </a:lnSpc>
            </a:pPr>
            <a:endParaRPr lang="en-IN" sz="1400" b="0" u="none" strike="noStrike">
              <a:solidFill>
                <a:srgbClr val="000000"/>
              </a:solidFill>
              <a:effectLst/>
              <a:uFillTx/>
              <a:latin typeface="Arial"/>
            </a:endParaRPr>
          </a:p>
        </p:txBody>
      </p:sp>
      <p:sp>
        <p:nvSpPr>
          <p:cNvPr id="67" name="TextBox 2"/>
          <p:cNvSpPr/>
          <p:nvPr/>
        </p:nvSpPr>
        <p:spPr>
          <a:xfrm>
            <a:off x="576000" y="443880"/>
            <a:ext cx="721404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2400" b="1" u="none" strike="noStrike">
                <a:solidFill>
                  <a:srgbClr val="000000"/>
                </a:solidFill>
                <a:effectLst/>
                <a:uFillTx/>
                <a:latin typeface="Arial"/>
                <a:ea typeface="Arial"/>
              </a:rPr>
              <a:t>Proposed Solution </a:t>
            </a:r>
            <a:endParaRPr lang="en-IN"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TextBox 1"/>
          <p:cNvSpPr/>
          <p:nvPr/>
        </p:nvSpPr>
        <p:spPr>
          <a:xfrm>
            <a:off x="777240" y="484560"/>
            <a:ext cx="7122600" cy="4572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2400" b="1" u="none" strike="noStrike">
                <a:solidFill>
                  <a:srgbClr val="000000"/>
                </a:solidFill>
                <a:effectLst/>
                <a:uFillTx/>
                <a:latin typeface="Arial"/>
                <a:ea typeface="Arial"/>
              </a:rPr>
              <a:t>Technology Used</a:t>
            </a:r>
            <a:endParaRPr lang="en-IN" sz="2400" b="0" u="none" strike="noStrike">
              <a:solidFill>
                <a:srgbClr val="000000"/>
              </a:solidFill>
              <a:effectLst/>
              <a:uFillTx/>
              <a:latin typeface="Arial"/>
            </a:endParaRPr>
          </a:p>
        </p:txBody>
      </p:sp>
      <p:sp>
        <p:nvSpPr>
          <p:cNvPr id="69" name="TextBox 2"/>
          <p:cNvSpPr/>
          <p:nvPr/>
        </p:nvSpPr>
        <p:spPr>
          <a:xfrm>
            <a:off x="777240" y="1207080"/>
            <a:ext cx="10514880" cy="6234120"/>
          </a:xfrm>
          <a:prstGeom prst="rect">
            <a:avLst/>
          </a:prstGeom>
          <a:noFill/>
          <a:ln w="0">
            <a:noFill/>
          </a:ln>
        </p:spPr>
        <p:style>
          <a:lnRef idx="0"/>
          <a:fillRef idx="0"/>
          <a:effectRef idx="0"/>
          <a:fontRef idx="minor"/>
        </p:style>
        <p:txBody>
          <a:bodyPr lIns="90000" rIns="90000" tIns="45000" bIns="45000" anchor="t">
            <a:spAutoFit/>
          </a:bodyPr>
          <a:p>
            <a:pPr marL="285840" indent="-285840">
              <a:lnSpc>
                <a:spcPct val="100000"/>
              </a:lnSpc>
              <a:spcBef>
                <a:spcPts val="1191"/>
              </a:spcBef>
              <a:spcAft>
                <a:spcPts val="992"/>
              </a:spcAft>
              <a:buClr>
                <a:srgbClr val="000000"/>
              </a:buClr>
              <a:buFont typeface="Symbol" charset="2"/>
              <a:buChar char=""/>
            </a:pPr>
            <a:r>
              <a:rPr lang="en-US" sz="1600" b="1" u="none" strike="noStrike">
                <a:solidFill>
                  <a:srgbClr val="000000"/>
                </a:solidFill>
                <a:effectLst/>
                <a:uFillTx/>
                <a:latin typeface="Arial"/>
                <a:ea typeface="Arial"/>
              </a:rPr>
              <a:t>IBM watsonx Orchestrate: </a:t>
            </a:r>
            <a:r>
              <a:rPr lang="en-US" sz="1600" b="0" u="none" strike="noStrike">
                <a:solidFill>
                  <a:srgbClr val="000000"/>
                </a:solidFill>
                <a:effectLst/>
                <a:uFillTx/>
                <a:latin typeface="Arial"/>
                <a:ea typeface="Arial"/>
              </a:rPr>
              <a:t>It enables intelligent task execution, knowledge retrieval from uploaded documents, and conversational interactions through an embeddable AI assistant. </a:t>
            </a:r>
            <a:endParaRPr lang="en-IN" sz="1600" b="0" u="none" strike="noStrike">
              <a:solidFill>
                <a:srgbClr val="000000"/>
              </a:solidFill>
              <a:effectLst/>
              <a:uFillTx/>
              <a:latin typeface="Arial"/>
            </a:endParaRPr>
          </a:p>
          <a:p>
            <a:pPr marL="285840" indent="-285840">
              <a:lnSpc>
                <a:spcPct val="100000"/>
              </a:lnSpc>
              <a:spcBef>
                <a:spcPts val="1191"/>
              </a:spcBef>
              <a:spcAft>
                <a:spcPts val="992"/>
              </a:spcAft>
              <a:buClr>
                <a:srgbClr val="000000"/>
              </a:buClr>
              <a:buFont typeface="Symbol" charset="2"/>
              <a:buChar char=""/>
            </a:pPr>
            <a:r>
              <a:rPr lang="en-US" sz="1600" b="0" u="none" strike="noStrike">
                <a:solidFill>
                  <a:srgbClr val="000000"/>
                </a:solidFill>
                <a:effectLst/>
                <a:uFillTx/>
                <a:latin typeface="Arial"/>
                <a:ea typeface="Arial"/>
              </a:rPr>
              <a:t> </a:t>
            </a:r>
            <a:r>
              <a:rPr lang="en-US" sz="1600" b="1" u="none" strike="noStrike">
                <a:solidFill>
                  <a:srgbClr val="000000"/>
                </a:solidFill>
                <a:effectLst/>
                <a:uFillTx/>
                <a:latin typeface="Arial"/>
                <a:ea typeface="Arial"/>
              </a:rPr>
              <a:t>IBM Cloud: </a:t>
            </a:r>
            <a:r>
              <a:rPr lang="en-US" sz="1600" b="0" u="none" strike="noStrike">
                <a:solidFill>
                  <a:srgbClr val="000000"/>
                </a:solidFill>
                <a:effectLst/>
                <a:uFillTx/>
                <a:latin typeface="Arial"/>
                <a:ea typeface="Arial"/>
              </a:rPr>
              <a:t>Provides the cloud infrastructure for hosting and running the AI Research Companion. It offers a secure, reliable, and scalable environment for deploying the IBM watsonx Orchestrate agent. </a:t>
            </a:r>
            <a:endParaRPr lang="en-IN" sz="1600" b="0" u="none" strike="noStrike">
              <a:solidFill>
                <a:srgbClr val="000000"/>
              </a:solidFill>
              <a:effectLst/>
              <a:uFillTx/>
              <a:latin typeface="Arial"/>
            </a:endParaRPr>
          </a:p>
          <a:p>
            <a:pPr marL="285840" indent="-285840">
              <a:lnSpc>
                <a:spcPct val="100000"/>
              </a:lnSpc>
              <a:spcBef>
                <a:spcPts val="1191"/>
              </a:spcBef>
              <a:spcAft>
                <a:spcPts val="992"/>
              </a:spcAft>
              <a:buClr>
                <a:srgbClr val="000000"/>
              </a:buClr>
              <a:buFont typeface="Symbol" charset="2"/>
              <a:buChar char=""/>
            </a:pPr>
            <a:r>
              <a:rPr lang="en-US" sz="1600" b="1" u="none" strike="noStrike">
                <a:solidFill>
                  <a:srgbClr val="000000"/>
                </a:solidFill>
                <a:effectLst/>
                <a:uFillTx/>
                <a:latin typeface="Arial"/>
                <a:ea typeface="Arial"/>
              </a:rPr>
              <a:t>GPT-OSS 120B: </a:t>
            </a:r>
            <a:r>
              <a:rPr lang="en-US" sz="1600" b="0" u="none" strike="noStrike">
                <a:solidFill>
                  <a:srgbClr val="000000"/>
                </a:solidFill>
                <a:effectLst/>
                <a:uFillTx/>
                <a:latin typeface="Arial"/>
                <a:ea typeface="Arial"/>
              </a:rPr>
              <a:t>Serves as the Large Language Model (LLM) powering the agent. It is responsible for understanding user queries, retrieving relevant information from the knowledge base, generating literature reviews, extracting key findings, identifying common themes, and suggesting future research directions. </a:t>
            </a:r>
            <a:endParaRPr lang="en-IN" sz="1600" b="0" u="none" strike="noStrike">
              <a:solidFill>
                <a:srgbClr val="000000"/>
              </a:solidFill>
              <a:effectLst/>
              <a:uFillTx/>
              <a:latin typeface="Arial"/>
            </a:endParaRPr>
          </a:p>
          <a:p>
            <a:pPr marL="285840" indent="-285840">
              <a:lnSpc>
                <a:spcPct val="100000"/>
              </a:lnSpc>
              <a:spcBef>
                <a:spcPts val="1191"/>
              </a:spcBef>
              <a:spcAft>
                <a:spcPts val="992"/>
              </a:spcAft>
              <a:buClr>
                <a:srgbClr val="000000"/>
              </a:buClr>
              <a:buFont typeface="Symbol" charset="2"/>
              <a:buChar char=""/>
            </a:pPr>
            <a:r>
              <a:rPr lang="en-US" sz="1600" b="1" u="none" strike="noStrike">
                <a:solidFill>
                  <a:srgbClr val="000000"/>
                </a:solidFill>
                <a:effectLst/>
                <a:uFillTx/>
                <a:latin typeface="Arial"/>
                <a:ea typeface="Arial"/>
              </a:rPr>
              <a:t>IBM BOB:</a:t>
            </a:r>
            <a:r>
              <a:rPr lang="en-US" sz="1600" b="0" u="none" strike="noStrike">
                <a:solidFill>
                  <a:srgbClr val="000000"/>
                </a:solidFill>
                <a:effectLst/>
                <a:uFillTx/>
                <a:latin typeface="Arial"/>
                <a:ea typeface="Arial"/>
              </a:rPr>
              <a:t> Used to rapidly design and generate a responsive web interface for the AI Research Companion. The IBM watsonx Orchestrate agent is embedded into this interface, providing users with an interactive research experience. </a:t>
            </a:r>
            <a:endParaRPr lang="en-IN" sz="1600" b="0" u="none" strike="noStrike">
              <a:solidFill>
                <a:srgbClr val="000000"/>
              </a:solidFill>
              <a:effectLst/>
              <a:uFillTx/>
              <a:latin typeface="Arial"/>
            </a:endParaRPr>
          </a:p>
          <a:p>
            <a:pPr marL="285840" indent="-285840">
              <a:lnSpc>
                <a:spcPct val="100000"/>
              </a:lnSpc>
              <a:spcBef>
                <a:spcPts val="1191"/>
              </a:spcBef>
              <a:spcAft>
                <a:spcPts val="992"/>
              </a:spcAft>
              <a:buClr>
                <a:srgbClr val="000000"/>
              </a:buClr>
              <a:buFont typeface="Symbol" charset="2"/>
              <a:buChar char=""/>
            </a:pPr>
            <a:r>
              <a:rPr lang="en-US" sz="1600" b="1" u="none" strike="noStrike">
                <a:solidFill>
                  <a:srgbClr val="000000"/>
                </a:solidFill>
                <a:effectLst/>
                <a:uFillTx/>
                <a:latin typeface="Arial"/>
                <a:ea typeface="Arial"/>
              </a:rPr>
              <a:t>Knowledge Base: </a:t>
            </a:r>
            <a:r>
              <a:rPr lang="en-US" sz="1600" b="0" u="none" strike="noStrike">
                <a:solidFill>
                  <a:srgbClr val="000000"/>
                </a:solidFill>
                <a:effectLst/>
                <a:uFillTx/>
                <a:latin typeface="Arial"/>
                <a:ea typeface="Arial"/>
              </a:rPr>
              <a:t>A curated collection of academic papers, technical documentation, and industry reports uploaded to IBM watsonx Orchestrate. It acts as the primary source of information for answering research-related queries. </a:t>
            </a:r>
            <a:endParaRPr lang="en-IN" sz="1600" b="0" u="none" strike="noStrike">
              <a:solidFill>
                <a:srgbClr val="000000"/>
              </a:solidFill>
              <a:effectLst/>
              <a:uFillTx/>
              <a:latin typeface="Arial"/>
            </a:endParaRPr>
          </a:p>
          <a:p>
            <a:pPr marL="285840" indent="-285840">
              <a:lnSpc>
                <a:spcPct val="100000"/>
              </a:lnSpc>
              <a:spcBef>
                <a:spcPts val="1191"/>
              </a:spcBef>
              <a:spcAft>
                <a:spcPts val="992"/>
              </a:spcAft>
              <a:buClr>
                <a:srgbClr val="000000"/>
              </a:buClr>
              <a:buFont typeface="Symbol" charset="2"/>
              <a:buChar char=""/>
            </a:pPr>
            <a:r>
              <a:rPr lang="en-US" sz="1600" b="1" u="none" strike="noStrike">
                <a:solidFill>
                  <a:srgbClr val="000000"/>
                </a:solidFill>
                <a:effectLst/>
                <a:uFillTx/>
                <a:latin typeface="Arial"/>
                <a:ea typeface="Arial"/>
              </a:rPr>
              <a:t>HTML, CSS &amp; JavaScript: </a:t>
            </a:r>
            <a:r>
              <a:rPr lang="en-US" sz="1600" b="0" u="none" strike="noStrike">
                <a:solidFill>
                  <a:srgbClr val="000000"/>
                </a:solidFill>
                <a:effectLst/>
                <a:uFillTx/>
                <a:latin typeface="Arial"/>
                <a:ea typeface="Arial"/>
              </a:rPr>
              <a:t>Used to build and customize the frontend interface and integrate the IBM watsonx Orchestrate chat widget into the web application. </a:t>
            </a:r>
            <a:endParaRPr lang="en-IN" sz="1600" b="0" u="none" strike="noStrike">
              <a:solidFill>
                <a:srgbClr val="000000"/>
              </a:solidFill>
              <a:effectLst/>
              <a:uFillTx/>
              <a:latin typeface="Arial"/>
            </a:endParaRPr>
          </a:p>
          <a:p>
            <a:pPr>
              <a:lnSpc>
                <a:spcPct val="100000"/>
              </a:lnSpc>
            </a:pPr>
            <a:endParaRPr lang="en-IN" sz="1600" b="0" u="none" strike="noStrike">
              <a:solidFill>
                <a:srgbClr val="000000"/>
              </a:solidFill>
              <a:effectLst/>
              <a:uFillTx/>
              <a:latin typeface="Arial"/>
            </a:endParaRPr>
          </a:p>
          <a:p>
            <a:pPr>
              <a:lnSpc>
                <a:spcPct val="100000"/>
              </a:lnSpc>
            </a:pPr>
            <a:endParaRPr lang="en-IN" sz="1600" b="0" u="none" strike="noStrike">
              <a:solidFill>
                <a:srgbClr val="000000"/>
              </a:solidFill>
              <a:effectLst/>
              <a:uFillTx/>
              <a:latin typeface="Arial"/>
            </a:endParaRPr>
          </a:p>
          <a:p>
            <a:pPr>
              <a:lnSpc>
                <a:spcPct val="100000"/>
              </a:lnSpc>
            </a:pPr>
            <a:endParaRPr lang="en-IN" sz="1600" b="0" u="none" strike="noStrike">
              <a:solidFill>
                <a:srgbClr val="000000"/>
              </a:solidFill>
              <a:effectLst/>
              <a:uFillTx/>
              <a:latin typeface="Arial"/>
            </a:endParaRPr>
          </a:p>
          <a:p>
            <a:pPr>
              <a:lnSpc>
                <a:spcPct val="100000"/>
              </a:lnSpc>
            </a:pPr>
            <a:endParaRPr lang="en-IN"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Google Shape;135;p5"/>
          <p:cNvSpPr/>
          <p:nvPr/>
        </p:nvSpPr>
        <p:spPr>
          <a:xfrm>
            <a:off x="537480" y="323280"/>
            <a:ext cx="5908320" cy="447840"/>
          </a:xfrm>
          <a:prstGeom prst="rect">
            <a:avLst/>
          </a:prstGeom>
          <a:noFill/>
          <a:ln w="0">
            <a:noFill/>
          </a:ln>
        </p:spPr>
        <p:style>
          <a:lnRef idx="0"/>
          <a:fillRef idx="0"/>
          <a:effectRef idx="0"/>
          <a:fontRef idx="minor"/>
        </p:style>
        <p:txBody>
          <a:bodyPr lIns="0" rIns="0" tIns="0" bIns="0" anchor="t">
            <a:noAutofit/>
          </a:bodyPr>
          <a:p>
            <a:pPr>
              <a:lnSpc>
                <a:spcPct val="100000"/>
              </a:lnSpc>
            </a:pPr>
            <a:r>
              <a:rPr lang="en-US" sz="2600" b="1" u="none" strike="noStrike">
                <a:solidFill>
                  <a:schemeClr val="dk1"/>
                </a:solidFill>
                <a:effectLst/>
                <a:uFillTx/>
                <a:latin typeface="Calibri"/>
                <a:ea typeface="Calibri"/>
              </a:rPr>
              <a:t>Architecture Blueprint</a:t>
            </a:r>
            <a:endParaRPr lang="en-IN" sz="2600" b="0" u="none" strike="noStrike">
              <a:solidFill>
                <a:srgbClr val="000000"/>
              </a:solidFill>
              <a:effectLst/>
              <a:uFillTx/>
              <a:latin typeface="Arial"/>
            </a:endParaRPr>
          </a:p>
        </p:txBody>
      </p:sp>
      <p:pic>
        <p:nvPicPr>
          <p:cNvPr id="71" name=""/>
          <p:cNvPicPr/>
          <p:nvPr/>
        </p:nvPicPr>
        <p:blipFill>
          <a:blip r:embed="rId1"/>
          <a:srcRect l="0" t="8135" r="0" b="13433"/>
          <a:stretch/>
        </p:blipFill>
        <p:spPr>
          <a:xfrm>
            <a:off x="1060920" y="1159200"/>
            <a:ext cx="9671040" cy="438012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2" name="Google Shape;196;p9"/>
          <p:cNvPicPr/>
          <p:nvPr/>
        </p:nvPicPr>
        <p:blipFill>
          <a:blip r:embed="rId1"/>
          <a:stretch/>
        </p:blipFill>
        <p:spPr>
          <a:xfrm>
            <a:off x="8372160" y="1167480"/>
            <a:ext cx="3014640" cy="4522320"/>
          </a:xfrm>
          <a:prstGeom prst="rect">
            <a:avLst/>
          </a:prstGeom>
          <a:noFill/>
          <a:ln w="0">
            <a:noFill/>
          </a:ln>
        </p:spPr>
      </p:pic>
      <p:sp>
        <p:nvSpPr>
          <p:cNvPr id="73" name="TextBox 1"/>
          <p:cNvSpPr/>
          <p:nvPr/>
        </p:nvSpPr>
        <p:spPr>
          <a:xfrm>
            <a:off x="475560" y="283320"/>
            <a:ext cx="9317160" cy="5839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3200" b="1" u="none" strike="noStrike">
                <a:solidFill>
                  <a:srgbClr val="000000"/>
                </a:solidFill>
                <a:effectLst/>
                <a:uFillTx/>
                <a:latin typeface="Arial"/>
                <a:ea typeface="Arial"/>
              </a:rPr>
              <a:t>Role of Agentic AI in the solution </a:t>
            </a:r>
            <a:endParaRPr lang="en-IN" sz="3200" b="0" u="none" strike="noStrike">
              <a:solidFill>
                <a:srgbClr val="000000"/>
              </a:solidFill>
              <a:effectLst/>
              <a:uFillTx/>
              <a:latin typeface="Arial"/>
            </a:endParaRPr>
          </a:p>
        </p:txBody>
      </p:sp>
      <p:sp>
        <p:nvSpPr>
          <p:cNvPr id="74" name="TextBox 2"/>
          <p:cNvSpPr/>
          <p:nvPr/>
        </p:nvSpPr>
        <p:spPr>
          <a:xfrm>
            <a:off x="621720" y="1167480"/>
            <a:ext cx="7405920" cy="599652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US" sz="1600" b="0" u="none" strike="noStrike">
                <a:solidFill>
                  <a:srgbClr val="000000"/>
                </a:solidFill>
                <a:effectLst/>
                <a:uFillTx/>
                <a:latin typeface="Arial"/>
                <a:ea typeface="Arial"/>
              </a:rPr>
              <a:t>Agentic AI enables the system to go beyond simple question answering by performing multiple reasoning steps autonomously.</a:t>
            </a:r>
            <a:endParaRPr lang="en-IN" sz="1600" b="0" u="none" strike="noStrike">
              <a:solidFill>
                <a:srgbClr val="000000"/>
              </a:solidFill>
              <a:effectLst/>
              <a:uFillTx/>
              <a:latin typeface="Arial"/>
            </a:endParaRPr>
          </a:p>
          <a:p>
            <a:pPr>
              <a:lnSpc>
                <a:spcPct val="100000"/>
              </a:lnSpc>
              <a:spcBef>
                <a:spcPts val="1191"/>
              </a:spcBef>
              <a:spcAft>
                <a:spcPts val="992"/>
              </a:spcAft>
            </a:pPr>
            <a:r>
              <a:rPr lang="en-US" sz="1600" b="0" u="none" strike="noStrike">
                <a:solidFill>
                  <a:srgbClr val="000000"/>
                </a:solidFill>
                <a:effectLst/>
                <a:uFillTx/>
                <a:latin typeface="Arial"/>
                <a:ea typeface="Arial"/>
              </a:rPr>
              <a:t>In this solution, the AI agent:</a:t>
            </a:r>
            <a:endParaRPr lang="en-IN" sz="16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Arial"/>
              <a:buChar char="●"/>
            </a:pPr>
            <a:r>
              <a:rPr lang="en-US" sz="1600" b="0" u="none" strike="noStrike">
                <a:solidFill>
                  <a:srgbClr val="000000"/>
                </a:solidFill>
                <a:effectLst/>
                <a:uFillTx/>
                <a:latin typeface="Arial"/>
                <a:ea typeface="Arial"/>
              </a:rPr>
              <a:t>Understands the user's research intent.</a:t>
            </a:r>
            <a:endParaRPr lang="en-IN" sz="16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Arial"/>
              <a:buChar char="●"/>
            </a:pPr>
            <a:r>
              <a:rPr lang="en-US" sz="1600" b="0" u="none" strike="noStrike">
                <a:solidFill>
                  <a:srgbClr val="000000"/>
                </a:solidFill>
                <a:effectLst/>
                <a:uFillTx/>
                <a:latin typeface="Arial"/>
                <a:ea typeface="Arial"/>
              </a:rPr>
              <a:t>Searches the curated knowledge base for relevant documents.</a:t>
            </a:r>
            <a:endParaRPr lang="en-IN" sz="16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Arial"/>
              <a:buChar char="●"/>
            </a:pPr>
            <a:r>
              <a:rPr lang="en-US" sz="1600" b="0" u="none" strike="noStrike">
                <a:solidFill>
                  <a:srgbClr val="000000"/>
                </a:solidFill>
                <a:effectLst/>
                <a:uFillTx/>
                <a:latin typeface="Arial"/>
                <a:ea typeface="Arial"/>
              </a:rPr>
              <a:t>Identifies the most useful information.</a:t>
            </a:r>
            <a:endParaRPr lang="en-IN" sz="16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Arial"/>
              <a:buChar char="●"/>
            </a:pPr>
            <a:r>
              <a:rPr lang="en-US" sz="1600" b="0" u="none" strike="noStrike">
                <a:solidFill>
                  <a:srgbClr val="000000"/>
                </a:solidFill>
                <a:effectLst/>
                <a:uFillTx/>
                <a:latin typeface="Arial"/>
                <a:ea typeface="Arial"/>
              </a:rPr>
              <a:t>Synthesizes information from multiple sources.</a:t>
            </a:r>
            <a:endParaRPr lang="en-IN" sz="1600" b="0" u="none" strike="noStrike">
              <a:solidFill>
                <a:srgbClr val="000000"/>
              </a:solidFill>
              <a:effectLst/>
              <a:uFillTx/>
              <a:latin typeface="Arial"/>
            </a:endParaRPr>
          </a:p>
          <a:p>
            <a:pPr marL="216000" indent="-216000">
              <a:lnSpc>
                <a:spcPct val="100000"/>
              </a:lnSpc>
              <a:spcBef>
                <a:spcPts val="1191"/>
              </a:spcBef>
              <a:spcAft>
                <a:spcPts val="992"/>
              </a:spcAft>
              <a:buClr>
                <a:srgbClr val="000000"/>
              </a:buClr>
              <a:buFont typeface="Arial"/>
              <a:buChar char="●"/>
            </a:pPr>
            <a:r>
              <a:rPr lang="en-US" sz="1600" b="0" u="none" strike="noStrike">
                <a:solidFill>
                  <a:srgbClr val="000000"/>
                </a:solidFill>
                <a:effectLst/>
                <a:uFillTx/>
                <a:latin typeface="Arial"/>
                <a:ea typeface="Arial"/>
              </a:rPr>
              <a:t>Generates structured outputs such as literature reviews, key findings, common themes, and future research directions.</a:t>
            </a:r>
            <a:endParaRPr lang="en-IN" sz="1600" b="0" u="none" strike="noStrike">
              <a:solidFill>
                <a:srgbClr val="000000"/>
              </a:solidFill>
              <a:effectLst/>
              <a:uFillTx/>
              <a:latin typeface="Arial"/>
            </a:endParaRPr>
          </a:p>
          <a:p>
            <a:pPr>
              <a:lnSpc>
                <a:spcPct val="100000"/>
              </a:lnSpc>
              <a:spcBef>
                <a:spcPts val="1191"/>
              </a:spcBef>
              <a:spcAft>
                <a:spcPts val="992"/>
              </a:spcAft>
            </a:pPr>
            <a:r>
              <a:rPr lang="en-US" sz="1600" b="0" u="none" strike="noStrike">
                <a:solidFill>
                  <a:srgbClr val="000000"/>
                </a:solidFill>
                <a:effectLst/>
                <a:uFillTx/>
                <a:latin typeface="Arial"/>
                <a:ea typeface="Arial"/>
              </a:rPr>
              <a:t>Instead of merely retrieving information, the agent acts as an intelligent research companion that analyzes and organizes knowledge into meaningful insights, making the research process faster and more efficient.</a:t>
            </a:r>
            <a:endParaRPr lang="en-IN" sz="1600" b="0" u="none" strike="noStrike">
              <a:solidFill>
                <a:srgbClr val="000000"/>
              </a:solidFill>
              <a:effectLst/>
              <a:uFillTx/>
              <a:latin typeface="Arial"/>
            </a:endParaRPr>
          </a:p>
          <a:p>
            <a:pPr>
              <a:lnSpc>
                <a:spcPct val="100000"/>
              </a:lnSpc>
              <a:spcBef>
                <a:spcPts val="1191"/>
              </a:spcBef>
              <a:spcAft>
                <a:spcPts val="992"/>
              </a:spcAft>
            </a:pPr>
            <a:endParaRPr lang="en-IN" sz="1600" b="0" u="none" strike="noStrike">
              <a:solidFill>
                <a:srgbClr val="000000"/>
              </a:solidFill>
              <a:effectLst/>
              <a:uFillTx/>
              <a:latin typeface="Arial"/>
            </a:endParaRPr>
          </a:p>
          <a:p>
            <a:pPr>
              <a:lnSpc>
                <a:spcPct val="100000"/>
              </a:lnSpc>
              <a:spcBef>
                <a:spcPts val="1191"/>
              </a:spcBef>
              <a:spcAft>
                <a:spcPts val="992"/>
              </a:spcAft>
            </a:pPr>
            <a:endParaRPr lang="en-IN"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TextBox 1"/>
          <p:cNvSpPr/>
          <p:nvPr/>
        </p:nvSpPr>
        <p:spPr>
          <a:xfrm>
            <a:off x="797400" y="360000"/>
            <a:ext cx="7122600" cy="4608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2400" b="1" u="none" strike="noStrike">
                <a:solidFill>
                  <a:srgbClr val="000000"/>
                </a:solidFill>
                <a:effectLst/>
                <a:uFillTx/>
                <a:latin typeface="Arial"/>
                <a:ea typeface="Arial"/>
              </a:rPr>
              <a:t>Novelty and Uniqueness</a:t>
            </a:r>
            <a:endParaRPr lang="en-IN" sz="2400" b="0" u="none" strike="noStrike">
              <a:solidFill>
                <a:srgbClr val="000000"/>
              </a:solidFill>
              <a:effectLst/>
              <a:uFillTx/>
              <a:latin typeface="Arial"/>
            </a:endParaRPr>
          </a:p>
        </p:txBody>
      </p:sp>
      <p:sp>
        <p:nvSpPr>
          <p:cNvPr id="76" name="TextBox 2"/>
          <p:cNvSpPr/>
          <p:nvPr/>
        </p:nvSpPr>
        <p:spPr>
          <a:xfrm>
            <a:off x="777240" y="900000"/>
            <a:ext cx="11301120" cy="5686560"/>
          </a:xfrm>
          <a:prstGeom prst="rect">
            <a:avLst/>
          </a:prstGeom>
          <a:noFill/>
          <a:ln w="0">
            <a:noFill/>
          </a:ln>
        </p:spPr>
        <p:style>
          <a:lnRef idx="0"/>
          <a:fillRef idx="0"/>
          <a:effectRef idx="0"/>
          <a:fontRef idx="minor"/>
        </p:style>
        <p:txBody>
          <a:bodyPr lIns="90000" rIns="90000" tIns="45000" bIns="45000" anchor="t">
            <a:spAutoFit/>
          </a:bodyPr>
          <a:p>
            <a:pPr>
              <a:lnSpc>
                <a:spcPct val="100000"/>
              </a:lnSpc>
              <a:spcBef>
                <a:spcPts val="1191"/>
              </a:spcBef>
              <a:spcAft>
                <a:spcPts val="992"/>
              </a:spcAft>
            </a:pPr>
            <a:r>
              <a:rPr lang="en-IN" sz="1600" b="1" u="none" strike="noStrike">
                <a:solidFill>
                  <a:srgbClr val="000000"/>
                </a:solidFill>
                <a:effectLst/>
                <a:uFillTx/>
                <a:latin typeface="Arial"/>
                <a:ea typeface="Arial"/>
              </a:rPr>
              <a:t>AI-Powered Research Companion: </a:t>
            </a:r>
            <a:r>
              <a:rPr lang="en-IN" sz="1600" b="0" u="none" strike="noStrike">
                <a:solidFill>
                  <a:srgbClr val="000000"/>
                </a:solidFill>
                <a:effectLst/>
                <a:uFillTx/>
                <a:latin typeface="Arial"/>
                <a:ea typeface="Arial"/>
              </a:rPr>
              <a:t>Goes beyond a traditional search engine by not only retrieving information but also analyzing and synthesizing it into meaningful research insights.</a:t>
            </a:r>
            <a:endParaRPr lang="en-IN" sz="1600" b="1" u="none" strike="noStrike">
              <a:solidFill>
                <a:srgbClr val="000000"/>
              </a:solidFill>
              <a:effectLst/>
              <a:uFillTx/>
              <a:latin typeface="Arial"/>
            </a:endParaRPr>
          </a:p>
          <a:p>
            <a:pPr>
              <a:lnSpc>
                <a:spcPct val="100000"/>
              </a:lnSpc>
              <a:spcBef>
                <a:spcPts val="1191"/>
              </a:spcBef>
              <a:spcAft>
                <a:spcPts val="992"/>
              </a:spcAft>
            </a:pPr>
            <a:r>
              <a:rPr lang="en-IN" sz="1600" b="1" u="none" strike="noStrike">
                <a:solidFill>
                  <a:srgbClr val="000000"/>
                </a:solidFill>
                <a:effectLst/>
                <a:uFillTx/>
                <a:latin typeface="Arial"/>
                <a:ea typeface="Arial"/>
              </a:rPr>
              <a:t>Two-Stage Intelligent Workflow:</a:t>
            </a:r>
            <a:r>
              <a:rPr lang="en-IN" sz="1600" b="0" u="none" strike="noStrike">
                <a:solidFill>
                  <a:srgbClr val="000000"/>
                </a:solidFill>
                <a:effectLst/>
                <a:uFillTx/>
                <a:latin typeface="Arial"/>
                <a:ea typeface="Arial"/>
              </a:rPr>
              <a:t> Combines research retrieval and research analysis within a single AI agent, enabling users to obtain structured outputs instead of raw search results.</a:t>
            </a:r>
            <a:endParaRPr lang="en-IN" sz="1600" b="0" u="none" strike="noStrike">
              <a:solidFill>
                <a:srgbClr val="000000"/>
              </a:solidFill>
              <a:effectLst/>
              <a:uFillTx/>
              <a:latin typeface="Arial"/>
            </a:endParaRPr>
          </a:p>
          <a:p>
            <a:pPr>
              <a:lnSpc>
                <a:spcPct val="100000"/>
              </a:lnSpc>
              <a:spcBef>
                <a:spcPts val="1191"/>
              </a:spcBef>
              <a:spcAft>
                <a:spcPts val="992"/>
              </a:spcAft>
            </a:pPr>
            <a:r>
              <a:rPr lang="en-IN" sz="1600" b="1" u="none" strike="noStrike">
                <a:solidFill>
                  <a:srgbClr val="000000"/>
                </a:solidFill>
                <a:effectLst/>
                <a:uFillTx/>
                <a:latin typeface="Arial"/>
                <a:ea typeface="Arial"/>
              </a:rPr>
              <a:t>Structured Research Summarization: </a:t>
            </a:r>
            <a:r>
              <a:rPr lang="en-IN" sz="1600" b="0" u="none" strike="noStrike">
                <a:solidFill>
                  <a:srgbClr val="000000"/>
                </a:solidFill>
                <a:effectLst/>
                <a:uFillTx/>
                <a:latin typeface="Arial"/>
                <a:ea typeface="Arial"/>
              </a:rPr>
              <a:t>Automatically generates literature reviews, key findings, common themes, and future research directions, reducing the time spent reading multiple documents.</a:t>
            </a:r>
            <a:endParaRPr lang="en-IN" sz="1600" b="0" u="none" strike="noStrike">
              <a:solidFill>
                <a:srgbClr val="000000"/>
              </a:solidFill>
              <a:effectLst/>
              <a:uFillTx/>
              <a:latin typeface="Arial"/>
            </a:endParaRPr>
          </a:p>
          <a:p>
            <a:pPr>
              <a:lnSpc>
                <a:spcPct val="100000"/>
              </a:lnSpc>
              <a:spcBef>
                <a:spcPts val="1191"/>
              </a:spcBef>
              <a:spcAft>
                <a:spcPts val="992"/>
              </a:spcAft>
            </a:pPr>
            <a:r>
              <a:rPr lang="en-IN" sz="1600" b="1" u="none" strike="noStrike">
                <a:solidFill>
                  <a:srgbClr val="000000"/>
                </a:solidFill>
                <a:effectLst/>
                <a:uFillTx/>
                <a:latin typeface="Arial"/>
                <a:ea typeface="Arial"/>
              </a:rPr>
              <a:t>Curated Knowledge-Based Responses: </a:t>
            </a:r>
            <a:r>
              <a:rPr lang="en-IN" sz="1600" b="0" u="none" strike="noStrike">
                <a:solidFill>
                  <a:srgbClr val="000000"/>
                </a:solidFill>
                <a:effectLst/>
                <a:uFillTx/>
                <a:latin typeface="Arial"/>
                <a:ea typeface="Arial"/>
              </a:rPr>
              <a:t>Uses a curated repository of research papers and technical documentation, ensuring responses are grounded in trusted sources and minimizing hallucinations.</a:t>
            </a:r>
            <a:endParaRPr lang="en-IN" sz="1600" b="0" u="none" strike="noStrike">
              <a:solidFill>
                <a:srgbClr val="000000"/>
              </a:solidFill>
              <a:effectLst/>
              <a:uFillTx/>
              <a:latin typeface="Arial"/>
            </a:endParaRPr>
          </a:p>
          <a:p>
            <a:pPr>
              <a:lnSpc>
                <a:spcPct val="100000"/>
              </a:lnSpc>
              <a:spcBef>
                <a:spcPts val="1191"/>
              </a:spcBef>
              <a:spcAft>
                <a:spcPts val="992"/>
              </a:spcAft>
            </a:pPr>
            <a:r>
              <a:rPr lang="en-IN" sz="1600" b="1" u="none" strike="noStrike">
                <a:solidFill>
                  <a:srgbClr val="000000"/>
                </a:solidFill>
                <a:effectLst/>
                <a:uFillTx/>
                <a:latin typeface="Arial"/>
                <a:ea typeface="Arial"/>
              </a:rPr>
              <a:t>Interactive Research Experience: </a:t>
            </a:r>
            <a:r>
              <a:rPr lang="en-IN" sz="1600" b="0" u="none" strike="noStrike">
                <a:solidFill>
                  <a:srgbClr val="000000"/>
                </a:solidFill>
                <a:effectLst/>
                <a:uFillTx/>
                <a:latin typeface="Arial"/>
                <a:ea typeface="Arial"/>
              </a:rPr>
              <a:t>Provides a conversational interface where users can ask research questions naturally and receive organized, easy-to-understand insights.</a:t>
            </a:r>
            <a:endParaRPr lang="en-IN" sz="1600" b="0" u="none" strike="noStrike">
              <a:solidFill>
                <a:srgbClr val="000000"/>
              </a:solidFill>
              <a:effectLst/>
              <a:uFillTx/>
              <a:latin typeface="Arial"/>
            </a:endParaRPr>
          </a:p>
          <a:p>
            <a:pPr>
              <a:lnSpc>
                <a:spcPct val="100000"/>
              </a:lnSpc>
              <a:spcBef>
                <a:spcPts val="1191"/>
              </a:spcBef>
              <a:spcAft>
                <a:spcPts val="992"/>
              </a:spcAft>
            </a:pPr>
            <a:r>
              <a:rPr lang="en-IN" sz="1600" b="1" u="none" strike="noStrike">
                <a:solidFill>
                  <a:srgbClr val="000000"/>
                </a:solidFill>
                <a:effectLst/>
                <a:uFillTx/>
                <a:latin typeface="Arial"/>
                <a:ea typeface="Arial"/>
              </a:rPr>
              <a:t>Rapid and Accessible Research Assistance: </a:t>
            </a:r>
            <a:r>
              <a:rPr lang="en-IN" sz="1600" b="0" u="none" strike="noStrike">
                <a:solidFill>
                  <a:srgbClr val="000000"/>
                </a:solidFill>
                <a:effectLst/>
                <a:uFillTx/>
                <a:latin typeface="Arial"/>
                <a:ea typeface="Arial"/>
              </a:rPr>
              <a:t>Enables students, researchers, and professionals to understand complex research topics quickly without manually reviewing numerous papers.</a:t>
            </a:r>
            <a:endParaRPr lang="en-IN" sz="1600" b="0" u="none" strike="noStrike">
              <a:solidFill>
                <a:srgbClr val="000000"/>
              </a:solidFill>
              <a:effectLst/>
              <a:uFillTx/>
              <a:latin typeface="Arial"/>
            </a:endParaRPr>
          </a:p>
          <a:p>
            <a:pPr>
              <a:lnSpc>
                <a:spcPct val="100000"/>
              </a:lnSpc>
              <a:spcBef>
                <a:spcPts val="1191"/>
              </a:spcBef>
              <a:spcAft>
                <a:spcPts val="992"/>
              </a:spcAft>
            </a:pPr>
            <a:r>
              <a:rPr lang="en-IN" sz="1600" b="1" u="none" strike="noStrike">
                <a:solidFill>
                  <a:srgbClr val="000000"/>
                </a:solidFill>
                <a:effectLst/>
                <a:uFillTx/>
                <a:latin typeface="Arial"/>
                <a:ea typeface="Arial"/>
              </a:rPr>
              <a:t>Built on IBM Agentic AI Platform: </a:t>
            </a:r>
            <a:r>
              <a:rPr lang="en-IN" sz="1600" b="0" u="none" strike="noStrike">
                <a:solidFill>
                  <a:srgbClr val="000000"/>
                </a:solidFill>
                <a:effectLst/>
                <a:uFillTx/>
                <a:latin typeface="Arial"/>
                <a:ea typeface="Arial"/>
              </a:rPr>
              <a:t>Leverages IBM watsonx Orchestrate and IBM Cloud to demonstrate how agentic AI can automate knowledge retrieval and research synthesis in a scalable and user-friendly manner.</a:t>
            </a:r>
            <a:endParaRPr lang="en-IN" sz="1600" b="0" u="none" strike="noStrike">
              <a:solidFill>
                <a:srgbClr val="000000"/>
              </a:solidFill>
              <a:effectLst/>
              <a:uFillTx/>
              <a:latin typeface="Arial"/>
            </a:endParaRPr>
          </a:p>
          <a:p>
            <a:pPr>
              <a:lnSpc>
                <a:spcPct val="100000"/>
              </a:lnSpc>
              <a:spcBef>
                <a:spcPts val="1191"/>
              </a:spcBef>
              <a:spcAft>
                <a:spcPts val="992"/>
              </a:spcAft>
            </a:pPr>
            <a:endParaRPr lang="en-IN"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365040"/>
            <a:ext cx="9961920" cy="894960"/>
          </a:xfrm>
          <a:prstGeom prst="rect">
            <a:avLst/>
          </a:prstGeom>
          <a:noFill/>
          <a:ln w="0">
            <a:noFill/>
          </a:ln>
        </p:spPr>
        <p:txBody>
          <a:bodyPr lIns="0" rIns="0" tIns="0" bIns="0" anchor="ctr">
            <a:spAutoFit/>
          </a:bodyPr>
          <a:p>
            <a:pPr indent="0">
              <a:buNone/>
            </a:pPr>
            <a:r>
              <a:rPr lang="en-IN" sz="2800" b="1" u="none" strike="noStrike">
                <a:solidFill>
                  <a:srgbClr val="000000"/>
                </a:solidFill>
                <a:effectLst/>
                <a:uFillTx/>
                <a:latin typeface="Arial"/>
              </a:rPr>
              <a:t>Output</a:t>
            </a:r>
            <a:endParaRPr lang="en-IN" sz="2800" b="0" u="none" strike="noStrike">
              <a:solidFill>
                <a:srgbClr val="000000"/>
              </a:solidFill>
              <a:effectLst/>
              <a:uFillTx/>
              <a:latin typeface="Arial"/>
            </a:endParaRPr>
          </a:p>
        </p:txBody>
      </p:sp>
      <p:pic>
        <p:nvPicPr>
          <p:cNvPr id="78" name=""/>
          <p:cNvPicPr/>
          <p:nvPr/>
        </p:nvPicPr>
        <p:blipFill>
          <a:blip r:embed="rId1"/>
          <a:stretch/>
        </p:blipFill>
        <p:spPr>
          <a:xfrm>
            <a:off x="1980000" y="1401840"/>
            <a:ext cx="7560720" cy="477396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Google Shape;278;p18"/>
          <p:cNvSpPr/>
          <p:nvPr/>
        </p:nvSpPr>
        <p:spPr>
          <a:xfrm>
            <a:off x="1218600" y="720000"/>
            <a:ext cx="6443640" cy="703440"/>
          </a:xfrm>
          <a:prstGeom prst="rect">
            <a:avLst/>
          </a:prstGeom>
          <a:noFill/>
          <a:ln w="0">
            <a:noFill/>
          </a:ln>
        </p:spPr>
        <p:style>
          <a:lnRef idx="0"/>
          <a:fillRef idx="0"/>
          <a:effectRef idx="0"/>
          <a:fontRef idx="minor"/>
        </p:style>
        <p:txBody>
          <a:bodyPr lIns="0" rIns="0" tIns="0" bIns="0" anchor="t">
            <a:noAutofit/>
          </a:bodyPr>
          <a:p>
            <a:pPr>
              <a:lnSpc>
                <a:spcPct val="157000"/>
              </a:lnSpc>
              <a:tabLst>
                <a:tab algn="l" pos="0"/>
              </a:tabLst>
            </a:pPr>
            <a:r>
              <a:rPr lang="en-US" sz="2400" b="1" u="none" strike="noStrike">
                <a:solidFill>
                  <a:srgbClr val="000000"/>
                </a:solidFill>
                <a:effectLst/>
                <a:uFillTx/>
                <a:latin typeface="Arial"/>
                <a:ea typeface="Arial"/>
              </a:rPr>
              <a:t>Git Hub Link</a:t>
            </a:r>
            <a:endParaRPr lang="en-IN" sz="2400" b="0" u="none" strike="noStrike">
              <a:solidFill>
                <a:srgbClr val="000000"/>
              </a:solidFill>
              <a:effectLst/>
              <a:uFillTx/>
              <a:latin typeface="Arial"/>
            </a:endParaRPr>
          </a:p>
        </p:txBody>
      </p:sp>
      <p:sp>
        <p:nvSpPr>
          <p:cNvPr id="80" name="Google Shape;279;p18"/>
          <p:cNvSpPr/>
          <p:nvPr/>
        </p:nvSpPr>
        <p:spPr>
          <a:xfrm>
            <a:off x="1218600" y="1153800"/>
            <a:ext cx="9213840" cy="427644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lang="en-US" sz="1850" b="0" u="none" strike="noStrike">
                <a:solidFill>
                  <a:srgbClr val="2b3541"/>
                </a:solidFill>
                <a:effectLst/>
                <a:uFillTx/>
                <a:latin typeface="Times New Roman"/>
                <a:ea typeface="Times New Roman"/>
              </a:rPr>
              <a:t> </a:t>
            </a:r>
            <a:endParaRPr lang="en-IN" sz="1850" b="0" u="none" strike="noStrike">
              <a:solidFill>
                <a:srgbClr val="000000"/>
              </a:solidFill>
              <a:effectLst/>
              <a:uFillTx/>
              <a:latin typeface="Arial"/>
            </a:endParaRPr>
          </a:p>
          <a:p>
            <a:pPr>
              <a:lnSpc>
                <a:spcPct val="162000"/>
              </a:lnSpc>
              <a:tabLst>
                <a:tab algn="l" pos="0"/>
              </a:tabLst>
            </a:pPr>
            <a:endParaRPr lang="en-IN" sz="1850" b="0" u="none" strike="noStrike">
              <a:solidFill>
                <a:srgbClr val="000000"/>
              </a:solidFill>
              <a:effectLst/>
              <a:uFillTx/>
              <a:latin typeface="Arial"/>
            </a:endParaRPr>
          </a:p>
        </p:txBody>
      </p:sp>
      <p:sp>
        <p:nvSpPr>
          <p:cNvPr id="81" name="Google Shape;280;p18"/>
          <p:cNvSpPr/>
          <p:nvPr/>
        </p:nvSpPr>
        <p:spPr>
          <a:xfrm>
            <a:off x="1218600" y="3360240"/>
            <a:ext cx="7467840" cy="76536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82" name="Google Shape;281;p18"/>
          <p:cNvSpPr/>
          <p:nvPr/>
        </p:nvSpPr>
        <p:spPr>
          <a:xfrm>
            <a:off x="1218600" y="4395600"/>
            <a:ext cx="7467840" cy="76536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83" name="Google Shape;282;p18"/>
          <p:cNvSpPr/>
          <p:nvPr/>
        </p:nvSpPr>
        <p:spPr>
          <a:xfrm>
            <a:off x="1218600" y="5430600"/>
            <a:ext cx="7467840" cy="38232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84" name=""/>
          <p:cNvSpPr txBox="1"/>
          <p:nvPr/>
        </p:nvSpPr>
        <p:spPr>
          <a:xfrm>
            <a:off x="2700000" y="2092680"/>
            <a:ext cx="5901120" cy="427320"/>
          </a:xfrm>
          <a:prstGeom prst="rect">
            <a:avLst/>
          </a:prstGeom>
          <a:noFill/>
          <a:ln w="0">
            <a:noFill/>
          </a:ln>
        </p:spPr>
        <p:txBody>
          <a:bodyPr lIns="90000" rIns="90000" tIns="45000" bIns="45000" anchor="t">
            <a:spAutoFit/>
          </a:bodyPr>
          <a:p>
            <a:r>
              <a:rPr lang="en-IN" sz="2400" b="0" u="none" strike="noStrike">
                <a:solidFill>
                  <a:srgbClr val="000000"/>
                </a:solidFill>
                <a:effectLst/>
                <a:uFillTx/>
                <a:latin typeface="Times New Roman"/>
                <a:hlinkClick r:id="rId1"/>
              </a:rPr>
              <a:t>https://github.com/Kartik-7813/research-agent</a:t>
            </a:r>
            <a:endParaRPr lang="en-IN" sz="2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Google Shape;278;p18"/>
          <p:cNvSpPr/>
          <p:nvPr/>
        </p:nvSpPr>
        <p:spPr>
          <a:xfrm>
            <a:off x="1235520" y="294120"/>
            <a:ext cx="6443640" cy="703440"/>
          </a:xfrm>
          <a:prstGeom prst="rect">
            <a:avLst/>
          </a:prstGeom>
          <a:noFill/>
          <a:ln w="0">
            <a:noFill/>
          </a:ln>
        </p:spPr>
        <p:style>
          <a:lnRef idx="0"/>
          <a:fillRef idx="0"/>
          <a:effectRef idx="0"/>
          <a:fontRef idx="minor"/>
        </p:style>
        <p:txBody>
          <a:bodyPr lIns="0" rIns="0" tIns="0" bIns="0" anchor="t">
            <a:noAutofit/>
          </a:bodyPr>
          <a:p>
            <a:pPr>
              <a:lnSpc>
                <a:spcPct val="157000"/>
              </a:lnSpc>
              <a:tabLst>
                <a:tab algn="l" pos="0"/>
              </a:tabLst>
            </a:pPr>
            <a:r>
              <a:rPr lang="en-US" sz="2400" b="1" u="none" strike="noStrike">
                <a:solidFill>
                  <a:srgbClr val="000000"/>
                </a:solidFill>
                <a:effectLst/>
                <a:uFillTx/>
                <a:latin typeface="Arial"/>
                <a:ea typeface="Arial"/>
              </a:rPr>
              <a:t>Future Scope </a:t>
            </a:r>
            <a:endParaRPr lang="en-IN" sz="2400" b="0" u="none" strike="noStrike">
              <a:solidFill>
                <a:srgbClr val="000000"/>
              </a:solidFill>
              <a:effectLst/>
              <a:uFillTx/>
              <a:latin typeface="Arial"/>
            </a:endParaRPr>
          </a:p>
        </p:txBody>
      </p:sp>
      <p:sp>
        <p:nvSpPr>
          <p:cNvPr id="86" name="Google Shape;279;p18"/>
          <p:cNvSpPr/>
          <p:nvPr/>
        </p:nvSpPr>
        <p:spPr>
          <a:xfrm>
            <a:off x="1184760" y="1440000"/>
            <a:ext cx="9213840" cy="4276440"/>
          </a:xfrm>
          <a:prstGeom prst="rect">
            <a:avLst/>
          </a:prstGeom>
          <a:noFill/>
          <a:ln w="0">
            <a:noFill/>
          </a:ln>
        </p:spPr>
        <p:style>
          <a:lnRef idx="0"/>
          <a:fillRef idx="0"/>
          <a:effectRef idx="0"/>
          <a:fontRef idx="minor"/>
        </p:style>
        <p:txBody>
          <a:bodyPr lIns="0" rIns="0" tIns="0" bIns="0" anchor="t">
            <a:noAutofit/>
          </a:bodyPr>
          <a:p>
            <a:pPr marL="216000" indent="-216000">
              <a:lnSpc>
                <a:spcPct val="162000"/>
              </a:lnSpc>
              <a:spcBef>
                <a:spcPts val="1191"/>
              </a:spcBef>
              <a:spcAft>
                <a:spcPts val="992"/>
              </a:spcAft>
              <a:buClr>
                <a:srgbClr val="2b3541"/>
              </a:buClr>
              <a:buFont typeface="Symbol" charset="2"/>
              <a:buChar char=""/>
              <a:tabLst>
                <a:tab algn="l" pos="0"/>
              </a:tabLst>
            </a:pPr>
            <a:r>
              <a:rPr lang="en-US" sz="1600" b="0" u="none" strike="noStrike">
                <a:solidFill>
                  <a:srgbClr val="2b3541"/>
                </a:solidFill>
                <a:effectLst/>
                <a:uFillTx/>
                <a:latin typeface="Arial"/>
                <a:ea typeface="Times New Roman"/>
              </a:rPr>
              <a:t>Integrate live academic sources such as arXiv, Semantic Scholar, CrossRef, and IEEE Xplore for real-time research retrieval. </a:t>
            </a:r>
            <a:endParaRPr lang="en-IN" sz="1600" b="0" u="none" strike="noStrike">
              <a:solidFill>
                <a:srgbClr val="000000"/>
              </a:solidFill>
              <a:effectLst/>
              <a:uFillTx/>
              <a:latin typeface="Arial"/>
            </a:endParaRPr>
          </a:p>
          <a:p>
            <a:pPr marL="216000" indent="-216000">
              <a:lnSpc>
                <a:spcPct val="162000"/>
              </a:lnSpc>
              <a:spcBef>
                <a:spcPts val="1191"/>
              </a:spcBef>
              <a:spcAft>
                <a:spcPts val="992"/>
              </a:spcAft>
              <a:buClr>
                <a:srgbClr val="2b3541"/>
              </a:buClr>
              <a:buFont typeface="Symbol" charset="2"/>
              <a:buChar char=""/>
              <a:tabLst>
                <a:tab algn="l" pos="0"/>
              </a:tabLst>
            </a:pPr>
            <a:r>
              <a:rPr lang="en-US" sz="1600" b="0" u="none" strike="noStrike">
                <a:solidFill>
                  <a:srgbClr val="2b3541"/>
                </a:solidFill>
                <a:effectLst/>
                <a:uFillTx/>
                <a:latin typeface="Arial"/>
                <a:ea typeface="Times New Roman"/>
              </a:rPr>
              <a:t>Support multimodal inputs including PDFs, images, handwritten notes, charts, and presentations. </a:t>
            </a:r>
            <a:endParaRPr lang="en-IN" sz="1600" b="0" u="none" strike="noStrike">
              <a:solidFill>
                <a:srgbClr val="000000"/>
              </a:solidFill>
              <a:effectLst/>
              <a:uFillTx/>
              <a:latin typeface="Arial"/>
            </a:endParaRPr>
          </a:p>
          <a:p>
            <a:pPr marL="216000" indent="-216000">
              <a:lnSpc>
                <a:spcPct val="162000"/>
              </a:lnSpc>
              <a:spcBef>
                <a:spcPts val="1191"/>
              </a:spcBef>
              <a:spcAft>
                <a:spcPts val="992"/>
              </a:spcAft>
              <a:buClr>
                <a:srgbClr val="2b3541"/>
              </a:buClr>
              <a:buFont typeface="Symbol" charset="2"/>
              <a:buChar char=""/>
              <a:tabLst>
                <a:tab algn="l" pos="0"/>
              </a:tabLst>
            </a:pPr>
            <a:r>
              <a:rPr lang="en-US" sz="1600" b="0" u="none" strike="noStrike">
                <a:solidFill>
                  <a:srgbClr val="2b3541"/>
                </a:solidFill>
                <a:effectLst/>
                <a:uFillTx/>
                <a:latin typeface="Arial"/>
                <a:ea typeface="Times New Roman"/>
              </a:rPr>
              <a:t>Implement multi-agent orchestration where separate agents handle retrieval, analysis, citation generation, and trend prediction. </a:t>
            </a:r>
            <a:endParaRPr lang="en-IN" sz="1600" b="0" u="none" strike="noStrike">
              <a:solidFill>
                <a:srgbClr val="000000"/>
              </a:solidFill>
              <a:effectLst/>
              <a:uFillTx/>
              <a:latin typeface="Arial"/>
            </a:endParaRPr>
          </a:p>
          <a:p>
            <a:pPr marL="216000" indent="-216000">
              <a:lnSpc>
                <a:spcPct val="162000"/>
              </a:lnSpc>
              <a:spcBef>
                <a:spcPts val="1191"/>
              </a:spcBef>
              <a:spcAft>
                <a:spcPts val="992"/>
              </a:spcAft>
              <a:buClr>
                <a:srgbClr val="2b3541"/>
              </a:buClr>
              <a:buFont typeface="Symbol" charset="2"/>
              <a:buChar char=""/>
              <a:tabLst>
                <a:tab algn="l" pos="0"/>
              </a:tabLst>
            </a:pPr>
            <a:r>
              <a:rPr lang="en-US" sz="1600" b="0" u="none" strike="noStrike">
                <a:solidFill>
                  <a:srgbClr val="2b3541"/>
                </a:solidFill>
                <a:effectLst/>
                <a:uFillTx/>
                <a:latin typeface="Arial"/>
                <a:ea typeface="Times New Roman"/>
              </a:rPr>
              <a:t>Visualize research insights using topic clusters, citation networks, and interactive knowledge graphs. </a:t>
            </a:r>
            <a:endParaRPr lang="en-IN" sz="1600" b="0" u="none" strike="noStrike">
              <a:solidFill>
                <a:srgbClr val="000000"/>
              </a:solidFill>
              <a:effectLst/>
              <a:uFillTx/>
              <a:latin typeface="Arial"/>
            </a:endParaRPr>
          </a:p>
          <a:p>
            <a:pPr marL="216000" indent="-216000">
              <a:lnSpc>
                <a:spcPct val="162000"/>
              </a:lnSpc>
              <a:spcBef>
                <a:spcPts val="1191"/>
              </a:spcBef>
              <a:spcAft>
                <a:spcPts val="992"/>
              </a:spcAft>
              <a:buClr>
                <a:srgbClr val="2b3541"/>
              </a:buClr>
              <a:buFont typeface="Symbol" charset="2"/>
              <a:buChar char=""/>
              <a:tabLst>
                <a:tab algn="l" pos="0"/>
              </a:tabLst>
            </a:pPr>
            <a:r>
              <a:rPr lang="en-US" sz="1600" b="0" u="none" strike="noStrike">
                <a:solidFill>
                  <a:srgbClr val="2b3541"/>
                </a:solidFill>
                <a:effectLst/>
                <a:uFillTx/>
                <a:latin typeface="Arial"/>
                <a:ea typeface="Times New Roman"/>
              </a:rPr>
              <a:t>Provide personalized research recommendations based on user interests and previous searches. </a:t>
            </a:r>
            <a:endParaRPr lang="en-IN" sz="1600" b="0" u="none" strike="noStrike">
              <a:solidFill>
                <a:srgbClr val="000000"/>
              </a:solidFill>
              <a:effectLst/>
              <a:uFillTx/>
              <a:latin typeface="Arial"/>
            </a:endParaRPr>
          </a:p>
        </p:txBody>
      </p:sp>
      <p:sp>
        <p:nvSpPr>
          <p:cNvPr id="87" name="Google Shape;280;p18"/>
          <p:cNvSpPr/>
          <p:nvPr/>
        </p:nvSpPr>
        <p:spPr>
          <a:xfrm>
            <a:off x="1218600" y="3360240"/>
            <a:ext cx="7467840" cy="76536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88" name="Google Shape;281;p18"/>
          <p:cNvSpPr/>
          <p:nvPr/>
        </p:nvSpPr>
        <p:spPr>
          <a:xfrm>
            <a:off x="1218600" y="4395600"/>
            <a:ext cx="7467840" cy="76536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
        <p:nvSpPr>
          <p:cNvPr id="89" name="Google Shape;282;p18"/>
          <p:cNvSpPr/>
          <p:nvPr/>
        </p:nvSpPr>
        <p:spPr>
          <a:xfrm>
            <a:off x="1218600" y="5430600"/>
            <a:ext cx="7467840" cy="382320"/>
          </a:xfrm>
          <a:prstGeom prst="rect">
            <a:avLst/>
          </a:prstGeom>
          <a:noFill/>
          <a:ln w="0">
            <a:noFill/>
          </a:ln>
        </p:spPr>
        <p:style>
          <a:lnRef idx="0"/>
          <a:fillRef idx="0"/>
          <a:effectRef idx="0"/>
          <a:fontRef idx="minor"/>
        </p:style>
        <p:txBody>
          <a:bodyPr lIns="0" rIns="0" tIns="0" bIns="0" anchor="t">
            <a:noAutofit/>
          </a:bodyPr>
          <a:p>
            <a:pPr>
              <a:lnSpc>
                <a:spcPct val="162000"/>
              </a:lnSpc>
              <a:tabLst>
                <a:tab algn="l" pos="0"/>
              </a:tabLst>
            </a:pPr>
            <a:r>
              <a:rPr lang="en-US" sz="1850" b="0" u="none" strike="noStrike">
                <a:solidFill>
                  <a:srgbClr val="2b3541"/>
                </a:solidFill>
                <a:effectLst/>
                <a:uFillTx/>
                <a:latin typeface="Times New Roman"/>
                <a:ea typeface="Times New Roman"/>
              </a:rPr>
              <a:t>·</a:t>
            </a:r>
            <a:endParaRPr lang="en-IN" sz="18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TextBox 5"/>
          <p:cNvSpPr/>
          <p:nvPr/>
        </p:nvSpPr>
        <p:spPr>
          <a:xfrm>
            <a:off x="327960" y="207360"/>
            <a:ext cx="6095160" cy="6764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nSpc>
                <a:spcPct val="100000"/>
              </a:lnSpc>
            </a:pPr>
            <a:r>
              <a:rPr lang="en-US" sz="2400" b="1" u="none" strike="noStrike">
                <a:solidFill>
                  <a:srgbClr val="000000"/>
                </a:solidFill>
                <a:effectLst/>
                <a:uFillTx/>
                <a:latin typeface="Arial"/>
                <a:ea typeface="Arial"/>
              </a:rPr>
              <a:t>Certificates Earned:</a:t>
            </a:r>
            <a:endParaRPr lang="en-IN" sz="2400" b="0" u="none" strike="noStrike">
              <a:solidFill>
                <a:srgbClr val="000000"/>
              </a:solidFill>
              <a:effectLst/>
              <a:uFillTx/>
              <a:latin typeface="Arial"/>
            </a:endParaRPr>
          </a:p>
          <a:p>
            <a:pPr algn="ctr">
              <a:lnSpc>
                <a:spcPct val="100000"/>
              </a:lnSpc>
            </a:pPr>
            <a:endParaRPr lang="en-IN" sz="1400" b="0" u="none" strike="noStrike">
              <a:solidFill>
                <a:srgbClr val="000000"/>
              </a:solidFill>
              <a:effectLst/>
              <a:uFillTx/>
              <a:latin typeface="Arial"/>
            </a:endParaRPr>
          </a:p>
        </p:txBody>
      </p:sp>
      <p:sp>
        <p:nvSpPr>
          <p:cNvPr id="91" name="TextBox 2"/>
          <p:cNvSpPr/>
          <p:nvPr/>
        </p:nvSpPr>
        <p:spPr>
          <a:xfrm>
            <a:off x="551880" y="690120"/>
            <a:ext cx="6389280" cy="51840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nSpc>
                <a:spcPct val="100000"/>
              </a:lnSpc>
            </a:pPr>
            <a:r>
              <a:rPr lang="en-US" sz="2800" b="1" u="none" strike="noStrike">
                <a:solidFill>
                  <a:srgbClr val="000000"/>
                </a:solidFill>
                <a:effectLst/>
                <a:uFillTx/>
                <a:latin typeface="Arial"/>
                <a:ea typeface="Arial"/>
              </a:rPr>
              <a:t> </a:t>
            </a:r>
            <a:endParaRPr lang="en-IN" sz="2800" b="0" u="none" strike="noStrike">
              <a:solidFill>
                <a:srgbClr val="000000"/>
              </a:solidFill>
              <a:effectLst/>
              <a:uFillTx/>
              <a:latin typeface="Arial"/>
            </a:endParaRPr>
          </a:p>
        </p:txBody>
      </p:sp>
      <p:pic>
        <p:nvPicPr>
          <p:cNvPr id="92" name=""/>
          <p:cNvPicPr/>
          <p:nvPr/>
        </p:nvPicPr>
        <p:blipFill>
          <a:blip r:embed="rId1"/>
          <a:stretch/>
        </p:blipFill>
        <p:spPr>
          <a:xfrm>
            <a:off x="1980000" y="858240"/>
            <a:ext cx="7457040" cy="580176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TextBox 4"/>
          <p:cNvSpPr/>
          <p:nvPr/>
        </p:nvSpPr>
        <p:spPr>
          <a:xfrm>
            <a:off x="176760" y="226440"/>
            <a:ext cx="6095160" cy="67644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nSpc>
                <a:spcPct val="100000"/>
              </a:lnSpc>
            </a:pPr>
            <a:r>
              <a:rPr lang="en-US" sz="2400" b="1" u="none" strike="noStrike">
                <a:solidFill>
                  <a:srgbClr val="000000"/>
                </a:solidFill>
                <a:effectLst/>
                <a:uFillTx/>
                <a:latin typeface="Arial"/>
                <a:ea typeface="Arial"/>
              </a:rPr>
              <a:t>Certificates Earned:</a:t>
            </a:r>
            <a:r>
              <a:rPr lang="en-US" sz="2400" b="0" u="none" strike="noStrike">
                <a:solidFill>
                  <a:srgbClr val="000000"/>
                </a:solidFill>
                <a:effectLst/>
                <a:uFillTx/>
                <a:latin typeface="Arial"/>
                <a:ea typeface="Arial"/>
              </a:rPr>
              <a:t>​</a:t>
            </a:r>
            <a:endParaRPr lang="en-IN" sz="2400" b="0" u="none" strike="noStrike">
              <a:solidFill>
                <a:srgbClr val="000000"/>
              </a:solidFill>
              <a:effectLst/>
              <a:uFillTx/>
              <a:latin typeface="Arial"/>
            </a:endParaRPr>
          </a:p>
          <a:p>
            <a:pPr algn="ctr">
              <a:lnSpc>
                <a:spcPct val="100000"/>
              </a:lnSpc>
            </a:pPr>
            <a:endParaRPr lang="en-IN" sz="1400" b="0" u="none" strike="noStrike">
              <a:solidFill>
                <a:srgbClr val="000000"/>
              </a:solidFill>
              <a:effectLst/>
              <a:uFillTx/>
              <a:latin typeface="Arial"/>
            </a:endParaRPr>
          </a:p>
        </p:txBody>
      </p:sp>
      <p:sp>
        <p:nvSpPr>
          <p:cNvPr id="94" name="TextBox 5"/>
          <p:cNvSpPr/>
          <p:nvPr/>
        </p:nvSpPr>
        <p:spPr>
          <a:xfrm>
            <a:off x="496800" y="800640"/>
            <a:ext cx="5437080" cy="396360"/>
          </a:xfrm>
          <a:prstGeom prst="rect">
            <a:avLst/>
          </a:prstGeom>
          <a:noFill/>
          <a:ln w="0">
            <a:noFill/>
          </a:ln>
        </p:spPr>
        <p:style>
          <a:lnRef idx="0"/>
          <a:fillRef idx="0"/>
          <a:effectRef idx="0"/>
          <a:fontRef idx="minor"/>
        </p:style>
        <p:txBody>
          <a:bodyPr numCol="1" spcCol="0" horzOverflow="overflow" lIns="90000" rIns="90000" tIns="45000" bIns="45000" anchor="t">
            <a:spAutoFit/>
          </a:bodyPr>
          <a:p>
            <a:pPr>
              <a:lnSpc>
                <a:spcPct val="100000"/>
              </a:lnSpc>
            </a:pPr>
            <a:endParaRPr lang="en-IN" sz="1400" b="0" u="none" strike="noStrike">
              <a:solidFill>
                <a:srgbClr val="000000"/>
              </a:solidFill>
              <a:effectLst/>
              <a:uFillTx/>
              <a:latin typeface="Arial"/>
            </a:endParaRPr>
          </a:p>
        </p:txBody>
      </p:sp>
      <p:pic>
        <p:nvPicPr>
          <p:cNvPr id="95" name=""/>
          <p:cNvPicPr/>
          <p:nvPr/>
        </p:nvPicPr>
        <p:blipFill>
          <a:blip r:embed="rId1"/>
          <a:stretch/>
        </p:blipFill>
        <p:spPr>
          <a:xfrm>
            <a:off x="1260000" y="973800"/>
            <a:ext cx="8882280" cy="550620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6" name="Google Shape;310;p20"/>
          <p:cNvPicPr/>
          <p:nvPr/>
        </p:nvPicPr>
        <p:blipFill>
          <a:blip r:embed="rId1"/>
          <a:stretch/>
        </p:blipFill>
        <p:spPr>
          <a:xfrm>
            <a:off x="0" y="2190240"/>
            <a:ext cx="12191400" cy="247680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149</TotalTime>
  <Application>LibreOffice/25.8.6.2$Windows_X86_64 LibreOffice_project/b4b39682cd9868fa725bc664aff94278d315bd04</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2025-07-08T05:06:56Z</dcterms:created>
  <dc:creator>Manda Anirudh</dc:creator>
  <dc:description/>
  <dc:language>en-IN</dc:language>
  <cp:lastModifiedBy/>
  <dcterms:modified xsi:type="dcterms:W3CDTF">2026-07-18T11:47:39Z</dcterms:modified>
  <cp:revision>30</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Widescreen</vt:lpwstr>
  </property>
  <property fmtid="{D5CDD505-2E9C-101B-9397-08002B2CF9AE}" pid="4" name="Slides">
    <vt:i4>16</vt:i4>
  </property>
</Properties>
</file>